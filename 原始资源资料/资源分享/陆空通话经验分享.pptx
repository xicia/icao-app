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d17e699d534ae8" /><Relationship Type="http://schemas.openxmlformats.org/officeDocument/2006/relationships/extended-properties" Target="/docProps/app.xml" Id="Ra99d3d17916e471d" /><Relationship Type="http://schemas.openxmlformats.org/officeDocument/2006/relationships/officeDocument" Target="/ppt/presentation.xml" Id="Rb7639f3a1bc54c0e" /></Relationships>
</file>

<file path=ppt/presentation.xml><?xml version="1.0" encoding="utf-8"?>
<p:presentation xmlns:p="http://schemas.openxmlformats.org/presentationml/2006/main">
  <p:sldMasterIdLst>
    <p:sldMasterId xmlns:r="http://schemas.openxmlformats.org/officeDocument/2006/relationships" id="2147483648" r:id="R8aa99af0f6d44453"/>
  </p:sldMasterIdLst>
  <p:notesMasterIdLst>
    <p:notesMasterId xmlns:r="http://schemas.openxmlformats.org/officeDocument/2006/relationships" r:id="R6d371f82ced94d62"/>
  </p:notesMasterIdLst>
  <p:sldIdLst>
    <p:sldId xmlns:r="http://schemas.openxmlformats.org/officeDocument/2006/relationships" id="256" r:id="R1c34482db2d2484d"/>
    <p:sldId xmlns:r="http://schemas.openxmlformats.org/officeDocument/2006/relationships" id="257" r:id="Rbaf6eeaa7d684d87"/>
    <p:sldId xmlns:r="http://schemas.openxmlformats.org/officeDocument/2006/relationships" id="258" r:id="Rc391b78ac2314261"/>
    <p:sldId xmlns:r="http://schemas.openxmlformats.org/officeDocument/2006/relationships" id="259" r:id="R9ebd1e4d2c404a9b"/>
    <p:sldId xmlns:r="http://schemas.openxmlformats.org/officeDocument/2006/relationships" id="260" r:id="Rdb0a2126a19549ea"/>
    <p:sldId xmlns:r="http://schemas.openxmlformats.org/officeDocument/2006/relationships" id="261" r:id="Rfee87c2aa9724834"/>
    <p:sldId xmlns:r="http://schemas.openxmlformats.org/officeDocument/2006/relationships" id="262" r:id="Rde4013ad84714259"/>
    <p:sldId xmlns:r="http://schemas.openxmlformats.org/officeDocument/2006/relationships" id="263" r:id="R1a8b73e714a842fc"/>
    <p:sldId xmlns:r="http://schemas.openxmlformats.org/officeDocument/2006/relationships" id="264" r:id="R8a8ebbcc8f6543d3"/>
    <p:sldId xmlns:r="http://schemas.openxmlformats.org/officeDocument/2006/relationships" id="265" r:id="R02f3e0ad34f942fa"/>
    <p:sldId xmlns:r="http://schemas.openxmlformats.org/officeDocument/2006/relationships" id="266" r:id="R352c8ec79b794815"/>
    <p:sldId xmlns:r="http://schemas.openxmlformats.org/officeDocument/2006/relationships" id="267" r:id="R6aba9782e1f24a43"/>
    <p:sldId xmlns:r="http://schemas.openxmlformats.org/officeDocument/2006/relationships" id="268" r:id="R67680eead22d4e50"/>
    <p:sldId xmlns:r="http://schemas.openxmlformats.org/officeDocument/2006/relationships" id="269" r:id="R35d0c84bca4c406d"/>
    <p:sldId xmlns:r="http://schemas.openxmlformats.org/officeDocument/2006/relationships" id="270" r:id="R6620b4c61be740eb"/>
    <p:sldId xmlns:r="http://schemas.openxmlformats.org/officeDocument/2006/relationships" id="271" r:id="Rbee92da27f5940f4"/>
    <p:sldId xmlns:r="http://schemas.openxmlformats.org/officeDocument/2006/relationships" id="272" r:id="Rbafaa120a97f44e7"/>
    <p:sldId xmlns:r="http://schemas.openxmlformats.org/officeDocument/2006/relationships" id="273" r:id="R523a39768fc1406b"/>
    <p:sldId xmlns:r="http://schemas.openxmlformats.org/officeDocument/2006/relationships" id="274" r:id="Rddd70f4fdeeb4d43"/>
    <p:sldId xmlns:r="http://schemas.openxmlformats.org/officeDocument/2006/relationships" id="275" r:id="R0b28f6e14f454c26"/>
    <p:sldId xmlns:r="http://schemas.openxmlformats.org/officeDocument/2006/relationships" id="276" r:id="R7ef370675fc74c0a"/>
    <p:sldId xmlns:r="http://schemas.openxmlformats.org/officeDocument/2006/relationships" id="277" r:id="R2aa2452fa0f04b80"/>
    <p:sldId xmlns:r="http://schemas.openxmlformats.org/officeDocument/2006/relationships" id="278" r:id="Rcf8c110f61df46cc"/>
    <p:sldId xmlns:r="http://schemas.openxmlformats.org/officeDocument/2006/relationships" id="279" r:id="R0c75e42b731149d4"/>
    <p:sldId xmlns:r="http://schemas.openxmlformats.org/officeDocument/2006/relationships" id="280" r:id="R769dd0b5822e4f11"/>
    <p:sldId xmlns:r="http://schemas.openxmlformats.org/officeDocument/2006/relationships" id="281" r:id="R6f6b2c60c6f34882"/>
    <p:sldId xmlns:r="http://schemas.openxmlformats.org/officeDocument/2006/relationships" id="282" r:id="Reaf89c19f6ac479a"/>
    <p:sldId xmlns:r="http://schemas.openxmlformats.org/officeDocument/2006/relationships" id="283" r:id="R6f8868f06e384f18"/>
    <p:sldId xmlns:r="http://schemas.openxmlformats.org/officeDocument/2006/relationships" id="284" r:id="R1a965d4633b44ce1"/>
    <p:sldId xmlns:r="http://schemas.openxmlformats.org/officeDocument/2006/relationships" id="285" r:id="R8c4141987b3d4700"/>
    <p:sldId xmlns:r="http://schemas.openxmlformats.org/officeDocument/2006/relationships" id="286" r:id="R16c56b741ec74a4c"/>
    <p:sldId xmlns:r="http://schemas.openxmlformats.org/officeDocument/2006/relationships" id="287" r:id="R690628729a384fe1"/>
    <p:sldId xmlns:r="http://schemas.openxmlformats.org/officeDocument/2006/relationships" id="288" r:id="Rfebe876f11f342f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56334f21724eb4" /><Relationship Type="http://schemas.openxmlformats.org/officeDocument/2006/relationships/slideMaster" Target="/ppt/slideMasters/slideMaster1.xml" Id="R8aa99af0f6d44453" /><Relationship Type="http://schemas.openxmlformats.org/officeDocument/2006/relationships/notesMaster" Target="/ppt/notesMasters/notesMaster1.xml" Id="R6d371f82ced94d62" /><Relationship Type="http://schemas.openxmlformats.org/officeDocument/2006/relationships/presProps" Target="/ppt/presProps.xml" Id="R9afb53d84a8a46a2" /><Relationship Type="http://schemas.openxmlformats.org/officeDocument/2006/relationships/tableStyles" Target="/ppt/tableStyles.xml" Id="R9e4387e6ca364531" /><Relationship Type="http://schemas.openxmlformats.org/officeDocument/2006/relationships/slide" Target="/ppt/slides/slide1.xml" Id="R1c34482db2d2484d" /><Relationship Type="http://schemas.openxmlformats.org/officeDocument/2006/relationships/slide" Target="/ppt/slides/slide2.xml" Id="Rbaf6eeaa7d684d87" /><Relationship Type="http://schemas.openxmlformats.org/officeDocument/2006/relationships/slide" Target="/ppt/slides/slide3.xml" Id="Rc391b78ac2314261" /><Relationship Type="http://schemas.openxmlformats.org/officeDocument/2006/relationships/slide" Target="/ppt/slides/slide4.xml" Id="R9ebd1e4d2c404a9b" /><Relationship Type="http://schemas.openxmlformats.org/officeDocument/2006/relationships/slide" Target="/ppt/slides/slide5.xml" Id="Rdb0a2126a19549ea" /><Relationship Type="http://schemas.openxmlformats.org/officeDocument/2006/relationships/slide" Target="/ppt/slides/slide6.xml" Id="Rfee87c2aa9724834" /><Relationship Type="http://schemas.openxmlformats.org/officeDocument/2006/relationships/slide" Target="/ppt/slides/slide7.xml" Id="Rde4013ad84714259" /><Relationship Type="http://schemas.openxmlformats.org/officeDocument/2006/relationships/slide" Target="/ppt/slides/slide8.xml" Id="R1a8b73e714a842fc" /><Relationship Type="http://schemas.openxmlformats.org/officeDocument/2006/relationships/slide" Target="/ppt/slides/slide9.xml" Id="R8a8ebbcc8f6543d3" /><Relationship Type="http://schemas.openxmlformats.org/officeDocument/2006/relationships/slide" Target="/ppt/slides/slide10.xml" Id="R02f3e0ad34f942fa" /><Relationship Type="http://schemas.openxmlformats.org/officeDocument/2006/relationships/slide" Target="/ppt/slides/slide11.xml" Id="R352c8ec79b794815" /><Relationship Type="http://schemas.openxmlformats.org/officeDocument/2006/relationships/slide" Target="/ppt/slides/slide12.xml" Id="R6aba9782e1f24a43" /><Relationship Type="http://schemas.openxmlformats.org/officeDocument/2006/relationships/slide" Target="/ppt/slides/slide13.xml" Id="R67680eead22d4e50" /><Relationship Type="http://schemas.openxmlformats.org/officeDocument/2006/relationships/slide" Target="/ppt/slides/slide14.xml" Id="R35d0c84bca4c406d" /><Relationship Type="http://schemas.openxmlformats.org/officeDocument/2006/relationships/slide" Target="/ppt/slides/slide15.xml" Id="R6620b4c61be740eb" /><Relationship Type="http://schemas.openxmlformats.org/officeDocument/2006/relationships/slide" Target="/ppt/slides/slide16.xml" Id="Rbee92da27f5940f4" /><Relationship Type="http://schemas.openxmlformats.org/officeDocument/2006/relationships/slide" Target="/ppt/slides/slide17.xml" Id="Rbafaa120a97f44e7" /><Relationship Type="http://schemas.openxmlformats.org/officeDocument/2006/relationships/slide" Target="/ppt/slides/slide18.xml" Id="R523a39768fc1406b" /><Relationship Type="http://schemas.openxmlformats.org/officeDocument/2006/relationships/slide" Target="/ppt/slides/slide19.xml" Id="Rddd70f4fdeeb4d43" /><Relationship Type="http://schemas.openxmlformats.org/officeDocument/2006/relationships/slide" Target="/ppt/slides/slide20.xml" Id="R0b28f6e14f454c26" /><Relationship Type="http://schemas.openxmlformats.org/officeDocument/2006/relationships/slide" Target="/ppt/slides/slide21.xml" Id="R7ef370675fc74c0a" /><Relationship Type="http://schemas.openxmlformats.org/officeDocument/2006/relationships/slide" Target="/ppt/slides/slide22.xml" Id="R2aa2452fa0f04b80" /><Relationship Type="http://schemas.openxmlformats.org/officeDocument/2006/relationships/slide" Target="/ppt/slides/slide23.xml" Id="Rcf8c110f61df46cc" /><Relationship Type="http://schemas.openxmlformats.org/officeDocument/2006/relationships/slide" Target="/ppt/slides/slide24.xml" Id="R0c75e42b731149d4" /><Relationship Type="http://schemas.openxmlformats.org/officeDocument/2006/relationships/slide" Target="/ppt/slides/slide25.xml" Id="R769dd0b5822e4f11" /><Relationship Type="http://schemas.openxmlformats.org/officeDocument/2006/relationships/slide" Target="/ppt/slides/slide26.xml" Id="R6f6b2c60c6f34882" /><Relationship Type="http://schemas.openxmlformats.org/officeDocument/2006/relationships/slide" Target="/ppt/slides/slide27.xml" Id="Reaf89c19f6ac479a" /><Relationship Type="http://schemas.openxmlformats.org/officeDocument/2006/relationships/slide" Target="/ppt/slides/slide28.xml" Id="R6f8868f06e384f18" /><Relationship Type="http://schemas.openxmlformats.org/officeDocument/2006/relationships/slide" Target="/ppt/slides/slide29.xml" Id="R1a965d4633b44ce1" /><Relationship Type="http://schemas.openxmlformats.org/officeDocument/2006/relationships/slide" Target="/ppt/slides/slide30.xml" Id="R8c4141987b3d4700" /><Relationship Type="http://schemas.openxmlformats.org/officeDocument/2006/relationships/slide" Target="/ppt/slides/slide31.xml" Id="R16c56b741ec74a4c" /><Relationship Type="http://schemas.openxmlformats.org/officeDocument/2006/relationships/slide" Target="/ppt/slides/slide32.xml" Id="R690628729a384fe1" /><Relationship Type="http://schemas.openxmlformats.org/officeDocument/2006/relationships/slide" Target="/ppt/slides/slide33.xml" Id="Rfebe876f11f3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a64c0d303747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b4cebd9e5d42ca" /><Relationship Type="http://schemas.openxmlformats.org/officeDocument/2006/relationships/notesMaster" Target="/ppt/notesMasters/notesMaster1.xml" Id="R922a4581ebdb43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6bcbd7af9c44f8" /><Relationship Type="http://schemas.openxmlformats.org/officeDocument/2006/relationships/notesMaster" Target="/ppt/notesMasters/notesMaster1.xml" Id="Rec4bc2fef2264b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58c2bda7d844e0" /><Relationship Type="http://schemas.openxmlformats.org/officeDocument/2006/relationships/notesMaster" Target="/ppt/notesMasters/notesMaster1.xml" Id="R9851afd13b7041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9d1ae5a71740fe" /><Relationship Type="http://schemas.openxmlformats.org/officeDocument/2006/relationships/notesMaster" Target="/ppt/notesMasters/notesMaster1.xml" Id="R2f267216fe354a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1ca2775bfa4963" /><Relationship Type="http://schemas.openxmlformats.org/officeDocument/2006/relationships/notesMaster" Target="/ppt/notesMasters/notesMaster1.xml" Id="R11eddf6abdf745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d6d3fac3db4e87" /><Relationship Type="http://schemas.openxmlformats.org/officeDocument/2006/relationships/notesMaster" Target="/ppt/notesMasters/notesMaster1.xml" Id="R51ef1a35d28f4a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24d879db4b400f" /><Relationship Type="http://schemas.openxmlformats.org/officeDocument/2006/relationships/notesMaster" Target="/ppt/notesMasters/notesMaster1.xml" Id="Rf9bed878032441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0d1edebffe4f88" /><Relationship Type="http://schemas.openxmlformats.org/officeDocument/2006/relationships/notesMaster" Target="/ppt/notesMasters/notesMaster1.xml" Id="R4d9d5a8cc0b248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ee2f188e564a05" /><Relationship Type="http://schemas.openxmlformats.org/officeDocument/2006/relationships/notesMaster" Target="/ppt/notesMasters/notesMaster1.xml" Id="R668d07f11d0649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83319a0e6c4543" /><Relationship Type="http://schemas.openxmlformats.org/officeDocument/2006/relationships/notesMaster" Target="/ppt/notesMasters/notesMaster1.xml" Id="R15c5f5341ce442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fb531b5a9845e5" /><Relationship Type="http://schemas.openxmlformats.org/officeDocument/2006/relationships/notesMaster" Target="/ppt/notesMasters/notesMaster1.xml" Id="R90062a18eab740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fa1385a6644fca" /><Relationship Type="http://schemas.openxmlformats.org/officeDocument/2006/relationships/notesMaster" Target="/ppt/notesMasters/notesMaster1.xml" Id="R2cd4df908fa440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54148db8aa4867" /><Relationship Type="http://schemas.openxmlformats.org/officeDocument/2006/relationships/notesMaster" Target="/ppt/notesMasters/notesMaster1.xml" Id="R9e188ecd39bd48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9071b07fc5444d" /><Relationship Type="http://schemas.openxmlformats.org/officeDocument/2006/relationships/notesMaster" Target="/ppt/notesMasters/notesMaster1.xml" Id="Re5ea18ff5f6c48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66b8191f8b474e" /><Relationship Type="http://schemas.openxmlformats.org/officeDocument/2006/relationships/notesMaster" Target="/ppt/notesMasters/notesMaster1.xml" Id="R89e19fad274d4f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929e3e8af84dba" /><Relationship Type="http://schemas.openxmlformats.org/officeDocument/2006/relationships/notesMaster" Target="/ppt/notesMasters/notesMaster1.xml" Id="R86bfbc54b68048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1926dba8eb411b" /><Relationship Type="http://schemas.openxmlformats.org/officeDocument/2006/relationships/notesMaster" Target="/ppt/notesMasters/notesMaster1.xml" Id="R4948771fc82646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5235cfb7e9478a" /><Relationship Type="http://schemas.openxmlformats.org/officeDocument/2006/relationships/notesMaster" Target="/ppt/notesMasters/notesMaster1.xml" Id="Rfb74294e96ec4a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33fcd80b3d46b3" /><Relationship Type="http://schemas.openxmlformats.org/officeDocument/2006/relationships/notesMaster" Target="/ppt/notesMasters/notesMaster1.xml" Id="Rafaae9aa425c40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3279ba810c4be2" /><Relationship Type="http://schemas.openxmlformats.org/officeDocument/2006/relationships/notesMaster" Target="/ppt/notesMasters/notesMaster1.xml" Id="R355302d98a2f44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736a8658d446a6" /><Relationship Type="http://schemas.openxmlformats.org/officeDocument/2006/relationships/notesMaster" Target="/ppt/notesMasters/notesMaster1.xml" Id="R87fe8608f2ec4b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f648b0a54e4e7e" /><Relationship Type="http://schemas.openxmlformats.org/officeDocument/2006/relationships/notesMaster" Target="/ppt/notesMasters/notesMaster1.xml" Id="R8e28eff6a40f48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a81bd464400475e" /><Relationship Type="http://schemas.openxmlformats.org/officeDocument/2006/relationships/notesMaster" Target="/ppt/notesMasters/notesMaster1.xml" Id="R4aea8dcf29d6427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a1187654234d87" /><Relationship Type="http://schemas.openxmlformats.org/officeDocument/2006/relationships/notesMaster" Target="/ppt/notesMasters/notesMaster1.xml" Id="Rd8bebc0b15ac4e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8689d09bda4d6a" /><Relationship Type="http://schemas.openxmlformats.org/officeDocument/2006/relationships/notesMaster" Target="/ppt/notesMasters/notesMaster1.xml" Id="Rccd8f71775e542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68b816d6ae4a89" /><Relationship Type="http://schemas.openxmlformats.org/officeDocument/2006/relationships/notesMaster" Target="/ppt/notesMasters/notesMaster1.xml" Id="R37524d32a1c749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2e964c12944833" /><Relationship Type="http://schemas.openxmlformats.org/officeDocument/2006/relationships/notesMaster" Target="/ppt/notesMasters/notesMaster1.xml" Id="R60c4d20e67ef406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e4ab8605b44052" /><Relationship Type="http://schemas.openxmlformats.org/officeDocument/2006/relationships/notesMaster" Target="/ppt/notesMasters/notesMaster1.xml" Id="R9144892ed5b1477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848a166e9a4c90" /><Relationship Type="http://schemas.openxmlformats.org/officeDocument/2006/relationships/notesMaster" Target="/ppt/notesMasters/notesMaster1.xml" Id="R3e75d780f7a346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d1e1930b29b450e" /><Relationship Type="http://schemas.openxmlformats.org/officeDocument/2006/relationships/notesMaster" Target="/ppt/notesMasters/notesMaster1.xml" Id="R5c53ff17a8e14b1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a3bc03acf4a4cfe" /><Relationship Type="http://schemas.openxmlformats.org/officeDocument/2006/relationships/notesMaster" Target="/ppt/notesMasters/notesMaster1.xml" Id="R3911497c344347b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b8c1c769364fd5" /><Relationship Type="http://schemas.openxmlformats.org/officeDocument/2006/relationships/notesMaster" Target="/ppt/notesMasters/notesMaster1.xml" Id="R3b3d812fdff14c1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6e5642a36974016" /><Relationship Type="http://schemas.openxmlformats.org/officeDocument/2006/relationships/notesMaster" Target="/ppt/notesMasters/notesMaster1.xml" Id="Re192f019646343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43e558026449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072cebdaec41b9" /><Relationship Type="http://schemas.openxmlformats.org/officeDocument/2006/relationships/slideLayout" Target="/ppt/slideLayouts/slideLayout1.xml" Id="Re6e2e7c8248e4c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e2e7c8248e4c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2f7926d423461b" /><Relationship Type="http://schemas.openxmlformats.org/officeDocument/2006/relationships/notesSlide" Target="/ppt/notesSlides/notesSlide1.xml" Id="Rcd8a4cc9e0c342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608d9ede5b4919" /><Relationship Type="http://schemas.openxmlformats.org/officeDocument/2006/relationships/notesSlide" Target="/ppt/notesSlides/notesSlide2.xml" Id="Rcf2be042d0ae44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7d58979b8e4a63" /><Relationship Type="http://schemas.openxmlformats.org/officeDocument/2006/relationships/notesSlide" Target="/ppt/notesSlides/notesSlide3.xml" Id="Re2374aa8363243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cee64d9eda458b" /><Relationship Type="http://schemas.openxmlformats.org/officeDocument/2006/relationships/notesSlide" Target="/ppt/notesSlides/notesSlide4.xml" Id="Rd62704b91f3d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98b56c991347f2" /><Relationship Type="http://schemas.openxmlformats.org/officeDocument/2006/relationships/notesSlide" Target="/ppt/notesSlides/notesSlide5.xml" Id="R676af608570042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c59f78ffec4d0c" /><Relationship Type="http://schemas.openxmlformats.org/officeDocument/2006/relationships/notesSlide" Target="/ppt/notesSlides/notesSlide6.xml" Id="R74ff9be8a22246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30418dd78a4fad" /><Relationship Type="http://schemas.openxmlformats.org/officeDocument/2006/relationships/notesSlide" Target="/ppt/notesSlides/notesSlide7.xml" Id="Rc043da8167d046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a0038c7ca3458f" /><Relationship Type="http://schemas.openxmlformats.org/officeDocument/2006/relationships/notesSlide" Target="/ppt/notesSlides/notesSlide8.xml" Id="R4db323cac52140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9a77b3efc443b9" /><Relationship Type="http://schemas.openxmlformats.org/officeDocument/2006/relationships/notesSlide" Target="/ppt/notesSlides/notesSlide9.xml" Id="Rb092ae4d054a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fefbff24434564" /><Relationship Type="http://schemas.openxmlformats.org/officeDocument/2006/relationships/image" Target="/ppt/media/image.jpeg" Id="Re67f0c11376643de" /><Relationship Type="http://schemas.openxmlformats.org/officeDocument/2006/relationships/notesSlide" Target="/ppt/notesSlides/notesSlide10.xml" Id="R14820199754347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3d462a019541d9" /><Relationship Type="http://schemas.openxmlformats.org/officeDocument/2006/relationships/notesSlide" Target="/ppt/notesSlides/notesSlide11.xml" Id="Ra353363564db46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4a93b7c8a94cfc" /><Relationship Type="http://schemas.openxmlformats.org/officeDocument/2006/relationships/notesSlide" Target="/ppt/notesSlides/notesSlide12.xml" Id="R36ee878842384b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9cd2d4115043f0" /><Relationship Type="http://schemas.openxmlformats.org/officeDocument/2006/relationships/notesSlide" Target="/ppt/notesSlides/notesSlide13.xml" Id="Rb2f0b29a151845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a4a04dce0344e4" /><Relationship Type="http://schemas.openxmlformats.org/officeDocument/2006/relationships/notesSlide" Target="/ppt/notesSlides/notesSlide14.xml" Id="R5e292ba90bf74f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c22e916e194b14" /><Relationship Type="http://schemas.openxmlformats.org/officeDocument/2006/relationships/notesSlide" Target="/ppt/notesSlides/notesSlide15.xml" Id="R77412da598c447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a4dc6330734c3f" /><Relationship Type="http://schemas.openxmlformats.org/officeDocument/2006/relationships/image" Target="/ppt/media/image2.jpeg" Id="Rb3f436d5db6a4442" /><Relationship Type="http://schemas.openxmlformats.org/officeDocument/2006/relationships/notesSlide" Target="/ppt/notesSlides/notesSlide16.xml" Id="R197c24e808784e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bdeea8cb99b4307" /><Relationship Type="http://schemas.openxmlformats.org/officeDocument/2006/relationships/notesSlide" Target="/ppt/notesSlides/notesSlide17.xml" Id="R15a803a2f61247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a52945d743d49a0" /><Relationship Type="http://schemas.openxmlformats.org/officeDocument/2006/relationships/notesSlide" Target="/ppt/notesSlides/notesSlide18.xml" Id="Ra6c6918dad734a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9850a0b508a4a39" /><Relationship Type="http://schemas.openxmlformats.org/officeDocument/2006/relationships/notesSlide" Target="/ppt/notesSlides/notesSlide19.xml" Id="R9173584cb6a448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d2e1032de014c26" /><Relationship Type="http://schemas.openxmlformats.org/officeDocument/2006/relationships/notesSlide" Target="/ppt/notesSlides/notesSlide20.xml" Id="R9668d216bda14d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722a4fe7b7a46fb" /><Relationship Type="http://schemas.openxmlformats.org/officeDocument/2006/relationships/notesSlide" Target="/ppt/notesSlides/notesSlide21.xml" Id="Rd141643dc38544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70c370618194fdb" /><Relationship Type="http://schemas.openxmlformats.org/officeDocument/2006/relationships/notesSlide" Target="/ppt/notesSlides/notesSlide22.xml" Id="Ra2d63b1f0bc941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ba2d03ae3a481b" /><Relationship Type="http://schemas.openxmlformats.org/officeDocument/2006/relationships/notesSlide" Target="/ppt/notesSlides/notesSlide23.xml" Id="R9fa99961b27f401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9042b02dbdc4bf8" /><Relationship Type="http://schemas.openxmlformats.org/officeDocument/2006/relationships/notesSlide" Target="/ppt/notesSlides/notesSlide24.xml" Id="R19a1e15e10e0457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e21a8349c7f406e" /><Relationship Type="http://schemas.openxmlformats.org/officeDocument/2006/relationships/notesSlide" Target="/ppt/notesSlides/notesSlide25.xml" Id="Rfecb6dae268742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c3020a11d074318" /><Relationship Type="http://schemas.openxmlformats.org/officeDocument/2006/relationships/notesSlide" Target="/ppt/notesSlides/notesSlide26.xml" Id="R30018df5506a419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42454965227454e" /><Relationship Type="http://schemas.openxmlformats.org/officeDocument/2006/relationships/notesSlide" Target="/ppt/notesSlides/notesSlide27.xml" Id="Ra2556fdb1f2c424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50260d7776d4393" /><Relationship Type="http://schemas.openxmlformats.org/officeDocument/2006/relationships/notesSlide" Target="/ppt/notesSlides/notesSlide28.xml" Id="R8e590dc07f4b486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cc9043bf7af45e5" /><Relationship Type="http://schemas.openxmlformats.org/officeDocument/2006/relationships/notesSlide" Target="/ppt/notesSlides/notesSlide29.xml" Id="Rb6a1583fed7d43d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bf4ec5fc8874760" /><Relationship Type="http://schemas.openxmlformats.org/officeDocument/2006/relationships/notesSlide" Target="/ppt/notesSlides/notesSlide30.xml" Id="Re212e49df84440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2797602b58349c0" /><Relationship Type="http://schemas.openxmlformats.org/officeDocument/2006/relationships/notesSlide" Target="/ppt/notesSlides/notesSlide31.xml" Id="R18c88863050d408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ea762a6250c4e44" /><Relationship Type="http://schemas.openxmlformats.org/officeDocument/2006/relationships/notesSlide" Target="/ppt/notesSlides/notesSlide32.xml" Id="Rea88e828802341d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1bfa58905e24333" /><Relationship Type="http://schemas.openxmlformats.org/officeDocument/2006/relationships/notesSlide" Target="/ppt/notesSlides/notesSlide33.xml" Id="R248c5094c195490e" /></Relationships>
</file>

<file path=ppt/slides/slide1.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332A96-F965-4C25-8FA8-C27BD7A8CD06}"/>
              </a:ext>
            </a:extLst>
          </p:cNvPr>
          <p:cNvSpPr>
            <a:spLocks xmlns:a="http://schemas.openxmlformats.org/drawingml/2006/main" noGrp="1"/>
          </p:cNvSpPr>
          <p:nvPr/>
        </p:nvSpPr>
        <p:spPr>
          <a:xfrm xmlns:a="http://schemas.openxmlformats.org/drawingml/2006/main">
            <a:off x="6858000" y="381000"/>
            <a:ext cx="4762500" cy="4762500"/>
          </a:xfrm>
          <a:prstGeom xmlns:a="http://schemas.openxmlformats.org/drawingml/2006/main" prst="ellipse">
            <a:avLst/>
          </a:prstGeom>
          <a:solidFill xmlns:a="http://schemas.openxmlformats.org/drawingml/2006/main">
            <a:srgbClr val="E6F0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71DD2F-D609-41BC-9FC3-9EEF6F8C9C6C}"/>
              </a:ext>
            </a:extLst>
          </p:cNvPr>
          <p:cNvSpPr>
            <a:spLocks xmlns:a="http://schemas.openxmlformats.org/drawingml/2006/main" noGrp="1"/>
          </p:cNvSpPr>
          <p:nvPr/>
        </p:nvSpPr>
        <p:spPr>
          <a:xfrm xmlns:a="http://schemas.openxmlformats.org/drawingml/2006/main">
            <a:off x="7924800" y="1009650"/>
            <a:ext cx="2667000" cy="2667000"/>
          </a:xfrm>
          <a:prstGeom xmlns:a="http://schemas.openxmlformats.org/drawingml/2006/main" prst="ellipse">
            <a:avLst/>
          </a:prstGeom>
          <a:solidFill xmlns:a="http://schemas.openxmlformats.org/drawingml/2006/main">
            <a:srgbClr val="D4E6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BB8C6D9-4166-4219-87E4-EE1A57C0EC23}"/>
              </a:ext>
            </a:extLst>
          </p:cNvPr>
          <p:cNvSpPr>
            <a:spLocks xmlns:a="http://schemas.openxmlformats.org/drawingml/2006/main" noGrp="1"/>
          </p:cNvSpPr>
          <p:nvPr/>
        </p:nvSpPr>
        <p:spPr>
          <a:xfrm xmlns:a="http://schemas.openxmlformats.org/drawingml/2006/main">
            <a:off x="857250" y="1238250"/>
            <a:ext cx="457200" cy="457200"/>
          </a:xfrm>
          <a:prstGeom xmlns:a="http://schemas.openxmlformats.org/drawingml/2006/main" prst="ellipse">
            <a:avLst/>
          </a:prstGeom>
          <a:solidFill xmlns:a="http://schemas.openxmlformats.org/drawingml/2006/main">
            <a:srgbClr val="EAF3FF"/>
          </a:solidFill>
          <a:ln xmlns:a="http://schemas.openxmlformats.org/drawingml/2006/main" w="9525">
            <a:solidFill>
              <a:srgbClr val="C4DAFF"/>
            </a:solidFill>
            <a:prstDash val="solid"/>
          </a:ln>
        </p:spPr>
      </p:sp>
      <p:sp>
        <p:nvSpPr>
          <p:cNvPr id="4" name="">
            <a:extLst xmlns:a="http://schemas.openxmlformats.org/drawingml/2006/main">
              <a:ext uri="{FF2B5EF4-FFF2-40B4-BE49-F238E27FC236}">
                <a16:creationId xmlns:a16="http://schemas.microsoft.com/office/drawing/2014/main" id="{BBFF3EE0-4335-4BBB-8621-AEE6EE73B871}"/>
              </a:ext>
            </a:extLst>
          </p:cNvPr>
          <p:cNvSpPr>
            <a:spLocks xmlns:a="http://schemas.openxmlformats.org/drawingml/2006/main" noGrp="1"/>
          </p:cNvSpPr>
          <p:nvPr/>
        </p:nvSpPr>
        <p:spPr>
          <a:xfrm xmlns:a="http://schemas.openxmlformats.org/drawingml/2006/main">
            <a:off x="857250" y="13811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050" b="1">
                <a:solidFill>
                  <a:srgbClr val="1F6FEB"/>
                </a:solidFill>
              </a:defRPr>
            </a:pPr>
            <a:r>
              <a:rPr lang="zh-CN" altLang="en-US" sz="1050" b="1">
                <a:solidFill>
                  <a:srgbClr val="1F6FEB"/>
                </a:solidFill>
              </a:rPr>
              <a:t>01</a:t>
            </a:r>
          </a:p>
        </p:txBody>
      </p:sp>
      <p:sp>
        <p:nvSpPr>
          <p:cNvPr id="5" name="">
            <a:extLst xmlns:a="http://schemas.openxmlformats.org/drawingml/2006/main">
              <a:ext uri="{FF2B5EF4-FFF2-40B4-BE49-F238E27FC236}">
                <a16:creationId xmlns:a16="http://schemas.microsoft.com/office/drawing/2014/main" id="{90C8B799-43B9-44E7-AA34-92E107A7EA92}"/>
              </a:ext>
            </a:extLst>
          </p:cNvPr>
          <p:cNvSpPr>
            <a:spLocks xmlns:a="http://schemas.openxmlformats.org/drawingml/2006/main" noGrp="1"/>
          </p:cNvSpPr>
          <p:nvPr/>
        </p:nvSpPr>
        <p:spPr>
          <a:xfrm xmlns:a="http://schemas.openxmlformats.org/drawingml/2006/main">
            <a:off x="1524000" y="13906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00" b="1">
                <a:solidFill>
                  <a:srgbClr val="1F6FEB"/>
                </a:solidFill>
              </a:defRPr>
            </a:pPr>
            <a:r>
              <a:rPr lang="zh-CN" altLang="en-US" sz="1200" b="1">
                <a:solidFill>
                  <a:srgbClr val="1F6FEB"/>
                </a:solidFill>
              </a:rPr>
              <a:t>飞猪 ICAO 体系课程</a:t>
            </a:r>
          </a:p>
        </p:txBody>
      </p:sp>
      <p:sp>
        <p:nvSpPr>
          <p:cNvPr id="6" name="">
            <a:extLst xmlns:a="http://schemas.openxmlformats.org/drawingml/2006/main">
              <a:ext uri="{FF2B5EF4-FFF2-40B4-BE49-F238E27FC236}">
                <a16:creationId xmlns:a16="http://schemas.microsoft.com/office/drawing/2014/main" id="{0E224AFA-5E11-4958-A264-3C9104D03A8C}"/>
              </a:ext>
            </a:extLst>
          </p:cNvPr>
          <p:cNvSpPr>
            <a:spLocks xmlns:a="http://schemas.openxmlformats.org/drawingml/2006/main" noGrp="1"/>
          </p:cNvSpPr>
          <p:nvPr/>
        </p:nvSpPr>
        <p:spPr>
          <a:xfrm xmlns:a="http://schemas.openxmlformats.org/drawingml/2006/main">
            <a:off x="838200" y="2324100"/>
            <a:ext cx="7239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5100" b="1">
                <a:solidFill>
                  <a:srgbClr val="14315B"/>
                </a:solidFill>
              </a:defRPr>
            </a:pPr>
            <a:r>
              <a:rPr lang="zh-CN" altLang="en-US" sz="5100" b="1">
                <a:solidFill>
                  <a:srgbClr val="14315B"/>
                </a:solidFill>
              </a:rPr>
              <a:t>陆空通话</a:t>
            </a:r>
          </a:p>
        </p:txBody>
      </p:sp>
      <p:sp>
        <p:nvSpPr>
          <p:cNvPr id="7" name="">
            <a:extLst xmlns:a="http://schemas.openxmlformats.org/drawingml/2006/main">
              <a:ext uri="{FF2B5EF4-FFF2-40B4-BE49-F238E27FC236}">
                <a16:creationId xmlns:a16="http://schemas.microsoft.com/office/drawing/2014/main" id="{7FF20F2C-37A9-4F4A-A357-50FD7F7A1FB0}"/>
              </a:ext>
            </a:extLst>
          </p:cNvPr>
          <p:cNvSpPr>
            <a:spLocks xmlns:a="http://schemas.openxmlformats.org/drawingml/2006/main" noGrp="1"/>
          </p:cNvSpPr>
          <p:nvPr/>
        </p:nvSpPr>
        <p:spPr>
          <a:xfrm xmlns:a="http://schemas.openxmlformats.org/drawingml/2006/main">
            <a:off x="876300" y="3371850"/>
            <a:ext cx="571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75">
                <a:solidFill>
                  <a:srgbClr val="5B6B82"/>
                </a:solidFill>
              </a:defRPr>
            </a:pPr>
            <a:r>
              <a:rPr lang="zh-CN" altLang="en-US" sz="1575">
                <a:solidFill>
                  <a:srgbClr val="5B6B82"/>
                </a:solidFill>
              </a:rPr>
              <a:t>ICAO 英语考试 · 陆空通话知识点与答题原则</a:t>
            </a:r>
          </a:p>
        </p:txBody>
      </p:sp>
      <p:sp>
        <p:nvSpPr>
          <p:cNvPr id="8" name="">
            <a:extLst xmlns:a="http://schemas.openxmlformats.org/drawingml/2006/main">
              <a:ext uri="{FF2B5EF4-FFF2-40B4-BE49-F238E27FC236}">
                <a16:creationId xmlns:a16="http://schemas.microsoft.com/office/drawing/2014/main" id="{4BD799D7-D2AA-4CB4-8460-FB9532406BA3}"/>
              </a:ext>
            </a:extLst>
          </p:cNvPr>
          <p:cNvSpPr>
            <a:spLocks xmlns:a="http://schemas.openxmlformats.org/drawingml/2006/main" noGrp="1"/>
          </p:cNvSpPr>
          <p:nvPr/>
        </p:nvSpPr>
        <p:spPr>
          <a:xfrm xmlns:a="http://schemas.openxmlformats.org/drawingml/2006/main">
            <a:off x="876300" y="4114800"/>
            <a:ext cx="1771650" cy="4381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90F9B32-E0CE-4A7C-AA80-B2B4DC467B5D}"/>
              </a:ext>
            </a:extLst>
          </p:cNvPr>
          <p:cNvSpPr>
            <a:spLocks xmlns:a="http://schemas.openxmlformats.org/drawingml/2006/main" noGrp="1"/>
          </p:cNvSpPr>
          <p:nvPr/>
        </p:nvSpPr>
        <p:spPr>
          <a:xfrm xmlns:a="http://schemas.openxmlformats.org/drawingml/2006/main">
            <a:off x="876300" y="4257675"/>
            <a:ext cx="1771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825" b="1">
                <a:solidFill>
                  <a:srgbClr val="FFFFFF"/>
                </a:solidFill>
              </a:defRPr>
            </a:pPr>
            <a:r>
              <a:rPr lang="zh-CN" altLang="en-US" sz="825" b="1">
                <a:solidFill>
                  <a:srgbClr val="FFFFFF"/>
                </a:solidFill>
              </a:rPr>
              <a:t>AIR–GROUND COMMUNICATION</a:t>
            </a:r>
          </a:p>
        </p:txBody>
      </p:sp>
      <p:sp>
        <p:nvSpPr>
          <p:cNvPr id="10" name="">
            <a:extLst xmlns:a="http://schemas.openxmlformats.org/drawingml/2006/main">
              <a:ext uri="{FF2B5EF4-FFF2-40B4-BE49-F238E27FC236}">
                <a16:creationId xmlns:a16="http://schemas.microsoft.com/office/drawing/2014/main" id="{93D6812F-CB63-4C0B-AEF7-1807B40150C3}"/>
              </a:ext>
            </a:extLst>
          </p:cNvPr>
          <p:cNvSpPr>
            <a:spLocks xmlns:a="http://schemas.openxmlformats.org/drawingml/2006/main" noGrp="1"/>
          </p:cNvSpPr>
          <p:nvPr/>
        </p:nvSpPr>
        <p:spPr>
          <a:xfrm xmlns:a="http://schemas.openxmlformats.org/drawingml/2006/main">
            <a:off x="876300" y="5429250"/>
            <a:ext cx="1045845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03F8310-DE1B-4015-A695-DA2D00EBA801}"/>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Tree>
    <p:extLst>
      <p:ext uri="{BB962C8B-B14F-4D97-AF65-F5344CB8AC3E}">
        <p14:creationId xmlns:p14="http://schemas.microsoft.com/office/powerpoint/2010/main" val="313473944"/>
      </p:ext>
    </p:extLst>
  </p:cSld>
</p:sld>
</file>

<file path=ppt/slides/slide2.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EE6BDE-6E94-4C67-8E74-3A04E13EA38E}"/>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006764-CCAB-452F-A4F5-0C805C60609C}"/>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29EBE27-7632-45AF-BE5D-3F0F2DA2A3BB}"/>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CBBEF4-D4AD-41B4-9DE1-8C147CB976AF}"/>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课程说明</a:t>
            </a:r>
          </a:p>
        </p:txBody>
      </p:sp>
      <p:sp>
        <p:nvSpPr>
          <p:cNvPr id="5" name="">
            <a:extLst xmlns:a="http://schemas.openxmlformats.org/drawingml/2006/main">
              <a:ext uri="{FF2B5EF4-FFF2-40B4-BE49-F238E27FC236}">
                <a16:creationId xmlns:a16="http://schemas.microsoft.com/office/drawing/2014/main" id="{FE69FEED-7244-474D-B966-D10CB1EF94BB}"/>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02</a:t>
            </a:r>
          </a:p>
        </p:txBody>
      </p:sp>
      <p:sp>
        <p:nvSpPr>
          <p:cNvPr id="6" name="">
            <a:extLst xmlns:a="http://schemas.openxmlformats.org/drawingml/2006/main">
              <a:ext uri="{FF2B5EF4-FFF2-40B4-BE49-F238E27FC236}">
                <a16:creationId xmlns:a16="http://schemas.microsoft.com/office/drawing/2014/main" id="{39459079-8A26-4EFA-BDE0-83E503055798}"/>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AF879B-F819-41AC-867E-AF80DC37BA53}"/>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E9ECA5-6DC6-4408-9566-E030E1FB5E8F}"/>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76D3DB6C-9F4D-4D5F-97AE-A4D3FC1C9058}"/>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课程说明</a:t>
            </a:r>
          </a:p>
        </p:txBody>
      </p:sp>
      <p:sp>
        <p:nvSpPr>
          <p:cNvPr id="10" name="">
            <a:extLst xmlns:a="http://schemas.openxmlformats.org/drawingml/2006/main">
              <a:ext uri="{FF2B5EF4-FFF2-40B4-BE49-F238E27FC236}">
                <a16:creationId xmlns:a16="http://schemas.microsoft.com/office/drawing/2014/main" id="{62BD7C14-AF9A-43A6-AE62-28F21D8EDDBC}"/>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声明</a:t>
            </a:r>
          </a:p>
        </p:txBody>
      </p:sp>
      <p:sp>
        <p:nvSpPr>
          <p:cNvPr id="11" name="">
            <a:extLst xmlns:a="http://schemas.openxmlformats.org/drawingml/2006/main">
              <a:ext uri="{FF2B5EF4-FFF2-40B4-BE49-F238E27FC236}">
                <a16:creationId xmlns:a16="http://schemas.microsoft.com/office/drawing/2014/main" id="{839C36F3-C601-41CB-A80F-63A3F28EF345}"/>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AF3A5D-9E2E-4778-B012-BF0913F0D7D1}"/>
              </a:ext>
            </a:extLst>
          </p:cNvPr>
          <p:cNvSpPr>
            <a:spLocks xmlns:a="http://schemas.openxmlformats.org/drawingml/2006/main" noGrp="1"/>
          </p:cNvSpPr>
          <p:nvPr/>
        </p:nvSpPr>
        <p:spPr>
          <a:xfrm xmlns:a="http://schemas.openxmlformats.org/drawingml/2006/main">
            <a:off x="1809750" y="2533650"/>
            <a:ext cx="8572500" cy="2095500"/>
          </a:xfrm>
          <a:prstGeom xmlns:a="http://schemas.openxmlformats.org/drawingml/2006/main" prst="roundRect">
            <a:avLst>
              <a:gd name="adj" fmla="val 7273"/>
            </a:avLst>
          </a:prstGeom>
          <a:solidFill xmlns:a="http://schemas.openxmlformats.org/drawingml/2006/main">
            <a:srgbClr val="F1F6FF"/>
          </a:solidFill>
          <a:ln xmlns:a="http://schemas.openxmlformats.org/drawingml/2006/main" w="9525">
            <a:solidFill>
              <a:srgbClr val="C9DEF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6C388FD-97C1-44F2-8671-FCB65E4716C5}"/>
              </a:ext>
            </a:extLst>
          </p:cNvPr>
          <p:cNvSpPr>
            <a:spLocks xmlns:a="http://schemas.openxmlformats.org/drawingml/2006/main" noGrp="1"/>
          </p:cNvSpPr>
          <p:nvPr/>
        </p:nvSpPr>
        <p:spPr>
          <a:xfrm xmlns:a="http://schemas.openxmlformats.org/drawingml/2006/main">
            <a:off x="2381250" y="3190875"/>
            <a:ext cx="7429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lang="zh-CN" altLang="en-US" sz="2175" b="1">
                <a:solidFill>
                  <a:srgbClr val="14315B"/>
                </a:solidFill>
              </a:defRPr>
            </a:pPr>
            <a:r>
              <a:rPr lang="zh-CN" altLang="en-US" sz="2175" b="1">
                <a:solidFill>
                  <a:srgbClr val="14315B"/>
                </a:solidFill>
              </a:rPr>
              <a:t>该课件即上课内容均为飞猪 ICAO 原创内容，禁止转载，仅供参考。</a:t>
            </a:r>
          </a:p>
        </p:txBody>
      </p:sp>
      <p:sp>
        <p:nvSpPr>
          <p:cNvPr id="14" name="">
            <a:extLst xmlns:a="http://schemas.openxmlformats.org/drawingml/2006/main">
              <a:ext uri="{FF2B5EF4-FFF2-40B4-BE49-F238E27FC236}">
                <a16:creationId xmlns:a16="http://schemas.microsoft.com/office/drawing/2014/main" id="{F7AAE0D7-1F69-42E0-AD4E-5A7DA5A9E5F4}"/>
              </a:ext>
            </a:extLst>
          </p:cNvPr>
          <p:cNvSpPr>
            <a:spLocks xmlns:a="http://schemas.openxmlformats.org/drawingml/2006/main" noGrp="1"/>
          </p:cNvSpPr>
          <p:nvPr/>
        </p:nvSpPr>
        <p:spPr>
          <a:xfrm xmlns:a="http://schemas.openxmlformats.org/drawingml/2006/main">
            <a:off x="838200" y="5905500"/>
            <a:ext cx="8763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050">
                <a:solidFill>
                  <a:srgbClr val="5B6B82"/>
                </a:solidFill>
              </a:defRPr>
            </a:pPr>
            <a:r>
              <a:rPr lang="zh-CN" altLang="en-US" sz="1050">
                <a:solidFill>
                  <a:srgbClr val="5B6B82"/>
                </a:solidFill>
              </a:rPr>
              <a:t>飞猪 ICAO · 原创课程资料</a:t>
            </a:r>
          </a:p>
        </p:txBody>
      </p:sp>
    </p:spTree>
    <p:extLst>
      <p:ext uri="{BB962C8B-B14F-4D97-AF65-F5344CB8AC3E}">
        <p14:creationId xmlns:p14="http://schemas.microsoft.com/office/powerpoint/2010/main" val="310940680"/>
      </p:ext>
    </p:extLst>
  </p:cSld>
</p:sld>
</file>

<file path=ppt/slides/slide3.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0E51E6-3C5E-4FE8-B2E1-08BEA34242DE}"/>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72265B-F5DE-406D-BDF4-08C7E28FCF32}"/>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BF77C7-5F2A-4834-BB5F-3C7DDFF538E8}"/>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01</a:t>
            </a:r>
          </a:p>
        </p:txBody>
      </p:sp>
      <p:sp>
        <p:nvSpPr>
          <p:cNvPr id="4" name="">
            <a:extLst xmlns:a="http://schemas.openxmlformats.org/drawingml/2006/main">
              <a:ext uri="{FF2B5EF4-FFF2-40B4-BE49-F238E27FC236}">
                <a16:creationId xmlns:a16="http://schemas.microsoft.com/office/drawing/2014/main" id="{F7676E9F-B1BE-4F42-8D68-3A2D1D7AD012}"/>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一、评分标准和题型介绍</a:t>
            </a:r>
          </a:p>
        </p:txBody>
      </p:sp>
      <p:sp>
        <p:nvSpPr>
          <p:cNvPr id="5" name="">
            <a:extLst xmlns:a="http://schemas.openxmlformats.org/drawingml/2006/main">
              <a:ext uri="{FF2B5EF4-FFF2-40B4-BE49-F238E27FC236}">
                <a16:creationId xmlns:a16="http://schemas.microsoft.com/office/drawing/2014/main" id="{65838D7D-D052-4170-9C43-754ADA0EC7EC}"/>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88A540AE-EC8E-4A28-A36E-360745855C5E}"/>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D089F591-A764-45F0-BC64-C4208DB26CA4}"/>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990381548"/>
      </p:ext>
    </p:extLst>
  </p:cSld>
</p:sld>
</file>

<file path=ppt/slides/slide4.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02BF1E8-7B90-4B1C-83F3-CA33AA2DDDBF}"/>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C53097-6364-464F-86FE-5E215C8BECB8}"/>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D35D85-A80D-4A5C-9B86-E70CD32ADAB6}"/>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469227-6F02-4D5A-B848-06DE44BAA273}"/>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评分标准</a:t>
            </a:r>
          </a:p>
        </p:txBody>
      </p:sp>
      <p:sp>
        <p:nvSpPr>
          <p:cNvPr id="5" name="">
            <a:extLst xmlns:a="http://schemas.openxmlformats.org/drawingml/2006/main">
              <a:ext uri="{FF2B5EF4-FFF2-40B4-BE49-F238E27FC236}">
                <a16:creationId xmlns:a16="http://schemas.microsoft.com/office/drawing/2014/main" id="{1DF3389A-F097-4843-BBF3-08A423B9CA82}"/>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04</a:t>
            </a:r>
          </a:p>
        </p:txBody>
      </p:sp>
      <p:sp>
        <p:nvSpPr>
          <p:cNvPr id="6" name="">
            <a:extLst xmlns:a="http://schemas.openxmlformats.org/drawingml/2006/main">
              <a:ext uri="{FF2B5EF4-FFF2-40B4-BE49-F238E27FC236}">
                <a16:creationId xmlns:a16="http://schemas.microsoft.com/office/drawing/2014/main" id="{BBED01DF-0FC5-4DC3-8054-6C130785D21F}"/>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256175-2BC0-413A-8673-273B50644137}"/>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B44A60-0C77-4D06-B25A-BAB8C4C989D8}"/>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E3176CED-8C46-48AD-A302-948F7A17B52D}"/>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评分标准</a:t>
            </a:r>
          </a:p>
        </p:txBody>
      </p:sp>
      <p:sp>
        <p:nvSpPr>
          <p:cNvPr id="10" name="">
            <a:extLst xmlns:a="http://schemas.openxmlformats.org/drawingml/2006/main">
              <a:ext uri="{FF2B5EF4-FFF2-40B4-BE49-F238E27FC236}">
                <a16:creationId xmlns:a16="http://schemas.microsoft.com/office/drawing/2014/main" id="{725F5C7E-47B7-4858-8E6B-FEE31D14EEC4}"/>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评分标准与对话轮次</a:t>
            </a:r>
          </a:p>
        </p:txBody>
      </p:sp>
      <p:sp>
        <p:nvSpPr>
          <p:cNvPr id="11" name="">
            <a:extLst xmlns:a="http://schemas.openxmlformats.org/drawingml/2006/main">
              <a:ext uri="{FF2B5EF4-FFF2-40B4-BE49-F238E27FC236}">
                <a16:creationId xmlns:a16="http://schemas.microsoft.com/office/drawing/2014/main" id="{FA1F2570-7762-4FE2-B861-889760FB215C}"/>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907505-82A6-4A76-A1DF-43E2D6E770FC}"/>
              </a:ext>
            </a:extLst>
          </p:cNvPr>
          <p:cNvSpPr>
            <a:spLocks xmlns:a="http://schemas.openxmlformats.org/drawingml/2006/main" noGrp="1"/>
          </p:cNvSpPr>
          <p:nvPr/>
        </p:nvSpPr>
        <p:spPr>
          <a:xfrm xmlns:a="http://schemas.openxmlformats.org/drawingml/2006/main">
            <a:off x="838200" y="2628900"/>
            <a:ext cx="3048000" cy="209550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C948492-3FF7-4F4C-BF04-86086FE8D21F}"/>
              </a:ext>
            </a:extLst>
          </p:cNvPr>
          <p:cNvSpPr>
            <a:spLocks xmlns:a="http://schemas.openxmlformats.org/drawingml/2006/main" noGrp="1"/>
          </p:cNvSpPr>
          <p:nvPr/>
        </p:nvSpPr>
        <p:spPr>
          <a:xfrm xmlns:a="http://schemas.openxmlformats.org/drawingml/2006/main">
            <a:off x="1085850" y="28575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76577"/>
          </a:bodyPr>
          <a:lstStyle xmlns:a="http://schemas.openxmlformats.org/drawingml/2006/main"/>
          <a:p xmlns:a="http://schemas.openxmlformats.org/drawingml/2006/main">
            <a:pPr>
              <a:defRPr lang="zh-CN" altLang="en-US" sz="2775" b="1">
                <a:solidFill>
                  <a:srgbClr val="14315B"/>
                </a:solidFill>
              </a:defRPr>
            </a:pPr>
            <a:r>
              <a:rPr lang="zh-CN" altLang="en-US" sz="2775" b="1">
                <a:solidFill>
                  <a:srgbClr val="14315B"/>
                </a:solidFill>
              </a:rPr>
              <a:t>16–23</a:t>
            </a:r>
          </a:p>
        </p:txBody>
      </p:sp>
      <p:sp>
        <p:nvSpPr>
          <p:cNvPr id="14" name="">
            <a:extLst xmlns:a="http://schemas.openxmlformats.org/drawingml/2006/main">
              <a:ext uri="{FF2B5EF4-FFF2-40B4-BE49-F238E27FC236}">
                <a16:creationId xmlns:a16="http://schemas.microsoft.com/office/drawing/2014/main" id="{EB437CFA-AD42-4048-B315-3ABBEBF7D505}"/>
              </a:ext>
            </a:extLst>
          </p:cNvPr>
          <p:cNvSpPr>
            <a:spLocks xmlns:a="http://schemas.openxmlformats.org/drawingml/2006/main" noGrp="1"/>
          </p:cNvSpPr>
          <p:nvPr/>
        </p:nvSpPr>
        <p:spPr>
          <a:xfrm xmlns:a="http://schemas.openxmlformats.org/drawingml/2006/main">
            <a:off x="1085850" y="3352800"/>
            <a:ext cx="2552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500">
                <a:solidFill>
                  <a:srgbClr val="172B4D"/>
                </a:solidFill>
              </a:defRPr>
            </a:pPr>
            <a:r>
              <a:rPr lang="zh-CN" altLang="en-US" sz="1500">
                <a:solidFill>
                  <a:srgbClr val="172B4D"/>
                </a:solidFill>
              </a:rPr>
              <a:t>轮对话</a:t>
            </a:r>
          </a:p>
          <a:p xmlns:a="http://schemas.openxmlformats.org/drawingml/2006/main">
            <a:pPr>
              <a:lnSpc>
                <a:spcPct val="122000"/>
              </a:lnSpc>
              <a:buNone/>
              <a:defRPr lang="zh-CN" altLang="en-US" sz="1500">
                <a:solidFill>
                  <a:srgbClr val="172B4D"/>
                </a:solidFill>
              </a:defRPr>
            </a:pPr>
            <a:r>
              <a:rPr lang="zh-CN" altLang="en-US" sz="1500">
                <a:solidFill>
                  <a:srgbClr val="172B4D"/>
                </a:solidFill>
              </a:rPr>
              <a:t>每轮对话都配有图片提示</a:t>
            </a:r>
          </a:p>
        </p:txBody>
      </p:sp>
      <p:sp>
        <p:nvSpPr>
          <p:cNvPr id="15" name="">
            <a:extLst xmlns:a="http://schemas.openxmlformats.org/drawingml/2006/main">
              <a:ext uri="{FF2B5EF4-FFF2-40B4-BE49-F238E27FC236}">
                <a16:creationId xmlns:a16="http://schemas.microsoft.com/office/drawing/2014/main" id="{BFF6BDD3-B977-40BE-92AF-68A5B4B00E18}"/>
              </a:ext>
            </a:extLst>
          </p:cNvPr>
          <p:cNvSpPr>
            <a:spLocks xmlns:a="http://schemas.openxmlformats.org/drawingml/2006/main" noGrp="1"/>
          </p:cNvSpPr>
          <p:nvPr/>
        </p:nvSpPr>
        <p:spPr>
          <a:xfrm xmlns:a="http://schemas.openxmlformats.org/drawingml/2006/main">
            <a:off x="4191000" y="2628900"/>
            <a:ext cx="3048000" cy="209550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DFAC2C0-0005-48F9-820B-013E906F35E4}"/>
              </a:ext>
            </a:extLst>
          </p:cNvPr>
          <p:cNvSpPr>
            <a:spLocks xmlns:a="http://schemas.openxmlformats.org/drawingml/2006/main" noGrp="1"/>
          </p:cNvSpPr>
          <p:nvPr/>
        </p:nvSpPr>
        <p:spPr>
          <a:xfrm xmlns:a="http://schemas.openxmlformats.org/drawingml/2006/main">
            <a:off x="4438650" y="28575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76577"/>
          </a:bodyPr>
          <a:lstStyle xmlns:a="http://schemas.openxmlformats.org/drawingml/2006/main"/>
          <a:p xmlns:a="http://schemas.openxmlformats.org/drawingml/2006/main">
            <a:pPr>
              <a:defRPr lang="zh-CN" altLang="en-US" sz="2775" b="1">
                <a:solidFill>
                  <a:srgbClr val="14315B"/>
                </a:solidFill>
              </a:defRPr>
            </a:pPr>
            <a:r>
              <a:rPr lang="zh-CN" altLang="en-US" sz="2775" b="1">
                <a:solidFill>
                  <a:srgbClr val="14315B"/>
                </a:solidFill>
              </a:rPr>
              <a:t>4 级</a:t>
            </a:r>
          </a:p>
        </p:txBody>
      </p:sp>
      <p:sp>
        <p:nvSpPr>
          <p:cNvPr id="17" name="">
            <a:extLst xmlns:a="http://schemas.openxmlformats.org/drawingml/2006/main">
              <a:ext uri="{FF2B5EF4-FFF2-40B4-BE49-F238E27FC236}">
                <a16:creationId xmlns:a16="http://schemas.microsoft.com/office/drawing/2014/main" id="{02330D65-17FC-4FA2-90CB-69254E64B220}"/>
              </a:ext>
            </a:extLst>
          </p:cNvPr>
          <p:cNvSpPr>
            <a:spLocks xmlns:a="http://schemas.openxmlformats.org/drawingml/2006/main" noGrp="1"/>
          </p:cNvSpPr>
          <p:nvPr/>
        </p:nvSpPr>
        <p:spPr>
          <a:xfrm xmlns:a="http://schemas.openxmlformats.org/drawingml/2006/main">
            <a:off x="4438650" y="3352800"/>
            <a:ext cx="2552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500">
                <a:solidFill>
                  <a:srgbClr val="172B4D"/>
                </a:solidFill>
              </a:defRPr>
            </a:pPr>
            <a:r>
              <a:rPr lang="zh-CN" altLang="en-US" sz="1500">
                <a:solidFill>
                  <a:srgbClr val="172B4D"/>
                </a:solidFill>
              </a:rPr>
              <a:t>正确率高于 70%</a:t>
            </a:r>
          </a:p>
          <a:p xmlns:a="http://schemas.openxmlformats.org/drawingml/2006/main">
            <a:pPr>
              <a:lnSpc>
                <a:spcPct val="122000"/>
              </a:lnSpc>
              <a:buNone/>
              <a:defRPr lang="zh-CN" altLang="en-US" sz="1500">
                <a:solidFill>
                  <a:srgbClr val="172B4D"/>
                </a:solidFill>
              </a:defRPr>
            </a:pPr>
            <a:r>
              <a:rPr lang="zh-CN" altLang="en-US" sz="1500">
                <a:solidFill>
                  <a:srgbClr val="172B4D"/>
                </a:solidFill>
              </a:rPr>
              <a:t>（10 轮中至少对 7 轮）</a:t>
            </a:r>
          </a:p>
        </p:txBody>
      </p:sp>
      <p:sp>
        <p:nvSpPr>
          <p:cNvPr id="18" name="">
            <a:extLst xmlns:a="http://schemas.openxmlformats.org/drawingml/2006/main">
              <a:ext uri="{FF2B5EF4-FFF2-40B4-BE49-F238E27FC236}">
                <a16:creationId xmlns:a16="http://schemas.microsoft.com/office/drawing/2014/main" id="{FBE55374-428E-453C-B118-591FE3F11A4E}"/>
              </a:ext>
            </a:extLst>
          </p:cNvPr>
          <p:cNvSpPr>
            <a:spLocks xmlns:a="http://schemas.openxmlformats.org/drawingml/2006/main" noGrp="1"/>
          </p:cNvSpPr>
          <p:nvPr/>
        </p:nvSpPr>
        <p:spPr>
          <a:xfrm xmlns:a="http://schemas.openxmlformats.org/drawingml/2006/main">
            <a:off x="7543800" y="2628900"/>
            <a:ext cx="3048000" cy="209550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A0105DDD-D4FC-474B-86FA-D1C8C7A413C9}"/>
              </a:ext>
            </a:extLst>
          </p:cNvPr>
          <p:cNvSpPr>
            <a:spLocks xmlns:a="http://schemas.openxmlformats.org/drawingml/2006/main" noGrp="1"/>
          </p:cNvSpPr>
          <p:nvPr/>
        </p:nvSpPr>
        <p:spPr>
          <a:xfrm xmlns:a="http://schemas.openxmlformats.org/drawingml/2006/main">
            <a:off x="7791450" y="28575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76577"/>
          </a:bodyPr>
          <a:lstStyle xmlns:a="http://schemas.openxmlformats.org/drawingml/2006/main"/>
          <a:p xmlns:a="http://schemas.openxmlformats.org/drawingml/2006/main">
            <a:pPr>
              <a:defRPr lang="zh-CN" altLang="en-US" sz="2775" b="1">
                <a:solidFill>
                  <a:srgbClr val="14315B"/>
                </a:solidFill>
              </a:defRPr>
            </a:pPr>
            <a:r>
              <a:rPr lang="zh-CN" altLang="en-US" sz="2775" b="1">
                <a:solidFill>
                  <a:srgbClr val="14315B"/>
                </a:solidFill>
              </a:rPr>
              <a:t>5 级</a:t>
            </a:r>
          </a:p>
        </p:txBody>
      </p:sp>
      <p:sp>
        <p:nvSpPr>
          <p:cNvPr id="20" name="">
            <a:extLst xmlns:a="http://schemas.openxmlformats.org/drawingml/2006/main">
              <a:ext uri="{FF2B5EF4-FFF2-40B4-BE49-F238E27FC236}">
                <a16:creationId xmlns:a16="http://schemas.microsoft.com/office/drawing/2014/main" id="{83AC56F1-7B1C-407C-A78F-B8BEDDF103A8}"/>
              </a:ext>
            </a:extLst>
          </p:cNvPr>
          <p:cNvSpPr>
            <a:spLocks xmlns:a="http://schemas.openxmlformats.org/drawingml/2006/main" noGrp="1"/>
          </p:cNvSpPr>
          <p:nvPr/>
        </p:nvSpPr>
        <p:spPr>
          <a:xfrm xmlns:a="http://schemas.openxmlformats.org/drawingml/2006/main">
            <a:off x="7791450" y="3352800"/>
            <a:ext cx="25527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500">
                <a:solidFill>
                  <a:srgbClr val="172B4D"/>
                </a:solidFill>
              </a:defRPr>
            </a:pPr>
            <a:r>
              <a:rPr lang="zh-CN" altLang="en-US" sz="1500">
                <a:solidFill>
                  <a:srgbClr val="172B4D"/>
                </a:solidFill>
              </a:rPr>
              <a:t>正确率高于 80%</a:t>
            </a:r>
          </a:p>
          <a:p xmlns:a="http://schemas.openxmlformats.org/drawingml/2006/main">
            <a:pPr>
              <a:lnSpc>
                <a:spcPct val="122000"/>
              </a:lnSpc>
              <a:buNone/>
              <a:defRPr lang="zh-CN" altLang="en-US" sz="1500">
                <a:solidFill>
                  <a:srgbClr val="172B4D"/>
                </a:solidFill>
              </a:defRPr>
            </a:pPr>
            <a:r>
              <a:rPr lang="zh-CN" altLang="en-US" sz="1500">
                <a:solidFill>
                  <a:srgbClr val="172B4D"/>
                </a:solidFill>
              </a:rPr>
              <a:t>（10 轮中至少对 8 轮）</a:t>
            </a:r>
          </a:p>
        </p:txBody>
      </p:sp>
      <p:sp>
        <p:nvSpPr>
          <p:cNvPr id="21" name="">
            <a:extLst xmlns:a="http://schemas.openxmlformats.org/drawingml/2006/main">
              <a:ext uri="{FF2B5EF4-FFF2-40B4-BE49-F238E27FC236}">
                <a16:creationId xmlns:a16="http://schemas.microsoft.com/office/drawing/2014/main" id="{7068060C-0055-40ED-BD44-212776F26638}"/>
              </a:ext>
            </a:extLst>
          </p:cNvPr>
          <p:cNvSpPr>
            <a:spLocks xmlns:a="http://schemas.openxmlformats.org/drawingml/2006/main" noGrp="1"/>
          </p:cNvSpPr>
          <p:nvPr/>
        </p:nvSpPr>
        <p:spPr>
          <a:xfrm xmlns:a="http://schemas.openxmlformats.org/drawingml/2006/main">
            <a:off x="838200" y="5905500"/>
            <a:ext cx="8763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050">
                <a:solidFill>
                  <a:srgbClr val="5B6B82"/>
                </a:solidFill>
              </a:defRPr>
            </a:pPr>
            <a:r>
              <a:rPr lang="zh-CN" altLang="en-US" sz="1050">
                <a:solidFill>
                  <a:srgbClr val="5B6B82"/>
                </a:solidFill>
              </a:rPr>
              <a:t>判卷时系统将自动随机抽取 10 轮对话，发给评分员评分。</a:t>
            </a:r>
          </a:p>
        </p:txBody>
      </p:sp>
    </p:spTree>
    <p:extLst>
      <p:ext uri="{BB962C8B-B14F-4D97-AF65-F5344CB8AC3E}">
        <p14:creationId xmlns:p14="http://schemas.microsoft.com/office/powerpoint/2010/main" val="881430944"/>
      </p:ext>
    </p:extLst>
  </p:cSld>
</p:sld>
</file>

<file path=ppt/slides/slide5.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12D779-49A6-4C6F-92C5-212E9F19A90F}"/>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B48D90-B7FD-40D7-9D78-C95BAA716199}"/>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6CB230-3012-4E0E-9930-E3681DE64766}"/>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FAED1F-4E02-4B95-9E6F-CF1AA9278355}"/>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考试信息</a:t>
            </a:r>
          </a:p>
        </p:txBody>
      </p:sp>
      <p:sp>
        <p:nvSpPr>
          <p:cNvPr id="5" name="">
            <a:extLst xmlns:a="http://schemas.openxmlformats.org/drawingml/2006/main">
              <a:ext uri="{FF2B5EF4-FFF2-40B4-BE49-F238E27FC236}">
                <a16:creationId xmlns:a16="http://schemas.microsoft.com/office/drawing/2014/main" id="{188E6072-3ADB-453C-A703-BF01A47A1FA7}"/>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05</a:t>
            </a:r>
          </a:p>
        </p:txBody>
      </p:sp>
      <p:sp>
        <p:nvSpPr>
          <p:cNvPr id="6" name="">
            <a:extLst xmlns:a="http://schemas.openxmlformats.org/drawingml/2006/main">
              <a:ext uri="{FF2B5EF4-FFF2-40B4-BE49-F238E27FC236}">
                <a16:creationId xmlns:a16="http://schemas.microsoft.com/office/drawing/2014/main" id="{D4B7505F-CCF0-4B71-973D-8F49B8C7B4E1}"/>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3C63FC-05F1-4042-9143-C39F785A4AF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25D307-0F4B-4A86-86D5-672234F7DC09}"/>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C1D22F63-04F5-44A6-B68B-F758FE2B6E57}"/>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考试信息</a:t>
            </a:r>
          </a:p>
        </p:txBody>
      </p:sp>
      <p:sp>
        <p:nvSpPr>
          <p:cNvPr id="10" name="">
            <a:extLst xmlns:a="http://schemas.openxmlformats.org/drawingml/2006/main">
              <a:ext uri="{FF2B5EF4-FFF2-40B4-BE49-F238E27FC236}">
                <a16:creationId xmlns:a16="http://schemas.microsoft.com/office/drawing/2014/main" id="{931E6F44-F19A-4623-ACD8-A15A65B1080E}"/>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题库更新</a:t>
            </a:r>
          </a:p>
        </p:txBody>
      </p:sp>
      <p:sp>
        <p:nvSpPr>
          <p:cNvPr id="11" name="">
            <a:extLst xmlns:a="http://schemas.openxmlformats.org/drawingml/2006/main">
              <a:ext uri="{FF2B5EF4-FFF2-40B4-BE49-F238E27FC236}">
                <a16:creationId xmlns:a16="http://schemas.microsoft.com/office/drawing/2014/main" id="{026D628A-FBA3-4706-8E82-328E0DE868B2}"/>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37E46A-6DB3-47DC-B54A-214D19E172A9}"/>
              </a:ext>
            </a:extLst>
          </p:cNvPr>
          <p:cNvSpPr>
            <a:spLocks xmlns:a="http://schemas.openxmlformats.org/drawingml/2006/main" noGrp="1"/>
          </p:cNvSpPr>
          <p:nvPr/>
        </p:nvSpPr>
        <p:spPr>
          <a:xfrm xmlns:a="http://schemas.openxmlformats.org/drawingml/2006/main">
            <a:off x="838200" y="2533650"/>
            <a:ext cx="2495550" cy="2400300"/>
          </a:xfrm>
          <a:prstGeom xmlns:a="http://schemas.openxmlformats.org/drawingml/2006/main" prst="roundRect">
            <a:avLst>
              <a:gd name="adj" fmla="val 6349"/>
            </a:avLst>
          </a:prstGeom>
          <a:solidFill xmlns:a="http://schemas.openxmlformats.org/drawingml/2006/main">
            <a:srgbClr val="1F6FEB"/>
          </a:solidFill>
          <a:ln xmlns:a="http://schemas.openxmlformats.org/drawingml/2006/main" w="9525">
            <a:solidFill>
              <a:srgbClr val="1F6F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FF1A907-1D2A-40C0-ACB6-A66D42547E0D}"/>
              </a:ext>
            </a:extLst>
          </p:cNvPr>
          <p:cNvSpPr>
            <a:spLocks xmlns:a="http://schemas.openxmlformats.org/drawingml/2006/main" noGrp="1"/>
          </p:cNvSpPr>
          <p:nvPr/>
        </p:nvSpPr>
        <p:spPr>
          <a:xfrm xmlns:a="http://schemas.openxmlformats.org/drawingml/2006/main">
            <a:off x="1143000" y="3067050"/>
            <a:ext cx="1885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2262"/>
          </a:bodyPr>
          <a:lstStyle xmlns:a="http://schemas.openxmlformats.org/drawingml/2006/main"/>
          <a:p xmlns:a="http://schemas.openxmlformats.org/drawingml/2006/main">
            <a:pPr algn="ctr">
              <a:defRPr lang="zh-CN" altLang="en-US" sz="4200" b="1">
                <a:solidFill>
                  <a:srgbClr val="FFFFFF"/>
                </a:solidFill>
              </a:defRPr>
            </a:pPr>
            <a:r>
              <a:rPr lang="zh-CN" altLang="en-US" sz="4200" b="1">
                <a:solidFill>
                  <a:srgbClr val="FFFFFF"/>
                </a:solidFill>
              </a:rPr>
              <a:t>26</a:t>
            </a:r>
          </a:p>
        </p:txBody>
      </p:sp>
      <p:sp>
        <p:nvSpPr>
          <p:cNvPr id="14" name="">
            <a:extLst xmlns:a="http://schemas.openxmlformats.org/drawingml/2006/main">
              <a:ext uri="{FF2B5EF4-FFF2-40B4-BE49-F238E27FC236}">
                <a16:creationId xmlns:a16="http://schemas.microsoft.com/office/drawing/2014/main" id="{31AE334F-3B02-473D-9E32-5D4A57164384}"/>
              </a:ext>
            </a:extLst>
          </p:cNvPr>
          <p:cNvSpPr>
            <a:spLocks xmlns:a="http://schemas.openxmlformats.org/drawingml/2006/main" noGrp="1"/>
          </p:cNvSpPr>
          <p:nvPr/>
        </p:nvSpPr>
        <p:spPr>
          <a:xfrm xmlns:a="http://schemas.openxmlformats.org/drawingml/2006/main">
            <a:off x="1143000" y="3771900"/>
            <a:ext cx="1885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350" b="1">
                <a:solidFill>
                  <a:srgbClr val="DCEBFF"/>
                </a:solidFill>
              </a:defRPr>
            </a:pPr>
            <a:r>
              <a:rPr lang="zh-CN" altLang="en-US" sz="1350" b="1">
                <a:solidFill>
                  <a:srgbClr val="DCEBFF"/>
                </a:solidFill>
              </a:rPr>
              <a:t>年上半年</a:t>
            </a:r>
          </a:p>
        </p:txBody>
      </p:sp>
      <p:sp>
        <p:nvSpPr>
          <p:cNvPr id="15" name="">
            <a:extLst xmlns:a="http://schemas.openxmlformats.org/drawingml/2006/main">
              <a:ext uri="{FF2B5EF4-FFF2-40B4-BE49-F238E27FC236}">
                <a16:creationId xmlns:a16="http://schemas.microsoft.com/office/drawing/2014/main" id="{B77B21ED-BD62-4A1A-BE98-64007755E61C}"/>
              </a:ext>
            </a:extLst>
          </p:cNvPr>
          <p:cNvSpPr>
            <a:spLocks xmlns:a="http://schemas.openxmlformats.org/drawingml/2006/main" noGrp="1"/>
          </p:cNvSpPr>
          <p:nvPr/>
        </p:nvSpPr>
        <p:spPr>
          <a:xfrm xmlns:a="http://schemas.openxmlformats.org/drawingml/2006/main">
            <a:off x="3638550" y="2533650"/>
            <a:ext cx="6953250" cy="24003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DD8FBD53-E161-4704-90EE-E95C09EBA034}"/>
              </a:ext>
            </a:extLst>
          </p:cNvPr>
          <p:cNvSpPr>
            <a:spLocks xmlns:a="http://schemas.openxmlformats.org/drawingml/2006/main" noGrp="1"/>
          </p:cNvSpPr>
          <p:nvPr/>
        </p:nvSpPr>
        <p:spPr>
          <a:xfrm xmlns:a="http://schemas.openxmlformats.org/drawingml/2006/main">
            <a:off x="3886200" y="2781300"/>
            <a:ext cx="47625" cy="19050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7" name="">
            <a:extLst xmlns:a="http://schemas.openxmlformats.org/drawingml/2006/main">
              <a:ext uri="{FF2B5EF4-FFF2-40B4-BE49-F238E27FC236}">
                <a16:creationId xmlns:a16="http://schemas.microsoft.com/office/drawing/2014/main" id="{B4659B42-35CA-4F70-80FF-C3E41235845D}"/>
              </a:ext>
            </a:extLst>
          </p:cNvPr>
          <p:cNvSpPr>
            <a:spLocks xmlns:a="http://schemas.openxmlformats.org/drawingml/2006/main" noGrp="1"/>
          </p:cNvSpPr>
          <p:nvPr/>
        </p:nvSpPr>
        <p:spPr>
          <a:xfrm xmlns:a="http://schemas.openxmlformats.org/drawingml/2006/main">
            <a:off x="4191000" y="2857500"/>
            <a:ext cx="6057900" cy="1752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800">
                <a:solidFill>
                  <a:srgbClr val="172B4D"/>
                </a:solidFill>
              </a:defRPr>
            </a:pPr>
            <a:r>
              <a:rPr lang="zh-CN" altLang="en-US" sz="1800">
                <a:solidFill>
                  <a:srgbClr val="172B4D"/>
                </a:solidFill>
              </a:rPr>
              <a:t>在 26 年上半年，ICAO 官方对整个考试题库进行了大范围的更新与改革，出现了很多的新题、变形题、组合题，在开始中遇到原题的概率会越来越小。</a:t>
            </a:r>
          </a:p>
        </p:txBody>
      </p:sp>
    </p:spTree>
    <p:extLst>
      <p:ext uri="{BB962C8B-B14F-4D97-AF65-F5344CB8AC3E}">
        <p14:creationId xmlns:p14="http://schemas.microsoft.com/office/powerpoint/2010/main" val="2071732337"/>
      </p:ext>
    </p:extLst>
  </p:cSld>
</p:sld>
</file>

<file path=ppt/slides/slide6.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60F1A5-DEDF-45AD-829F-846BF7C91E5E}"/>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C31240-399F-46BA-8169-61C71BDC86D4}"/>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66FACC-C159-466B-898F-52438D2E6B12}"/>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90CEE9-00CB-4ABF-B06C-02B43BFB31DD}"/>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答题准备</a:t>
            </a:r>
          </a:p>
        </p:txBody>
      </p:sp>
      <p:sp>
        <p:nvSpPr>
          <p:cNvPr id="5" name="">
            <a:extLst xmlns:a="http://schemas.openxmlformats.org/drawingml/2006/main">
              <a:ext uri="{FF2B5EF4-FFF2-40B4-BE49-F238E27FC236}">
                <a16:creationId xmlns:a16="http://schemas.microsoft.com/office/drawing/2014/main" id="{28CEFB4B-7EC7-4E8D-9C19-5E6B9102D4A4}"/>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06</a:t>
            </a:r>
          </a:p>
        </p:txBody>
      </p:sp>
      <p:sp>
        <p:nvSpPr>
          <p:cNvPr id="6" name="">
            <a:extLst xmlns:a="http://schemas.openxmlformats.org/drawingml/2006/main">
              <a:ext uri="{FF2B5EF4-FFF2-40B4-BE49-F238E27FC236}">
                <a16:creationId xmlns:a16="http://schemas.microsoft.com/office/drawing/2014/main" id="{F756A9C9-59A8-4166-971B-F473FF0572AD}"/>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79A1DD-E81E-4618-9696-1D48D71156B0}"/>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27BBF9-80B0-48E8-89C8-D37F839B3013}"/>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D33B8731-C535-493C-8A39-7EF7FCD402A8}"/>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答题准备</a:t>
            </a:r>
          </a:p>
        </p:txBody>
      </p:sp>
      <p:sp>
        <p:nvSpPr>
          <p:cNvPr id="10" name="">
            <a:extLst xmlns:a="http://schemas.openxmlformats.org/drawingml/2006/main">
              <a:ext uri="{FF2B5EF4-FFF2-40B4-BE49-F238E27FC236}">
                <a16:creationId xmlns:a16="http://schemas.microsoft.com/office/drawing/2014/main" id="{3356B981-BEE2-4561-AD2F-89A00E4026CC}"/>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复习到什么程度算能过？</a:t>
            </a:r>
          </a:p>
        </p:txBody>
      </p:sp>
      <p:sp>
        <p:nvSpPr>
          <p:cNvPr id="11" name="">
            <a:extLst xmlns:a="http://schemas.openxmlformats.org/drawingml/2006/main">
              <a:ext uri="{FF2B5EF4-FFF2-40B4-BE49-F238E27FC236}">
                <a16:creationId xmlns:a16="http://schemas.microsoft.com/office/drawing/2014/main" id="{3A7F7A1E-70E0-4376-B458-A227D83F0CE9}"/>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70A744-94BA-463F-AEF8-8CA66429EC74}"/>
              </a:ext>
            </a:extLst>
          </p:cNvPr>
          <p:cNvSpPr>
            <a:spLocks xmlns:a="http://schemas.openxmlformats.org/drawingml/2006/main" noGrp="1"/>
          </p:cNvSpPr>
          <p:nvPr/>
        </p:nvSpPr>
        <p:spPr>
          <a:xfrm xmlns:a="http://schemas.openxmlformats.org/drawingml/2006/main">
            <a:off x="838200" y="24574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75">
                <a:solidFill>
                  <a:srgbClr val="5B6B82"/>
                </a:solidFill>
              </a:defRPr>
            </a:pPr>
            <a:r>
              <a:rPr lang="zh-CN" altLang="en-US" sz="1575">
                <a:solidFill>
                  <a:srgbClr val="5B6B82"/>
                </a:solidFill>
              </a:rPr>
              <a:t>陆空通话的题型大致可分为两类：正常流程和特情题（其中正常流程占 70% 左右）。</a:t>
            </a:r>
          </a:p>
        </p:txBody>
      </p:sp>
      <p:sp>
        <p:nvSpPr>
          <p:cNvPr id="13" name="">
            <a:extLst xmlns:a="http://schemas.openxmlformats.org/drawingml/2006/main">
              <a:ext uri="{FF2B5EF4-FFF2-40B4-BE49-F238E27FC236}">
                <a16:creationId xmlns:a16="http://schemas.microsoft.com/office/drawing/2014/main" id="{51150B77-8928-49EE-BE79-76FE94E68678}"/>
              </a:ext>
            </a:extLst>
          </p:cNvPr>
          <p:cNvSpPr>
            <a:spLocks xmlns:a="http://schemas.openxmlformats.org/drawingml/2006/main" noGrp="1"/>
          </p:cNvSpPr>
          <p:nvPr/>
        </p:nvSpPr>
        <p:spPr>
          <a:xfrm xmlns:a="http://schemas.openxmlformats.org/drawingml/2006/main">
            <a:off x="838200" y="3124200"/>
            <a:ext cx="4819650" cy="2286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6FA37C0-F4E6-488D-8865-7812B0FB1DD4}"/>
              </a:ext>
            </a:extLst>
          </p:cNvPr>
          <p:cNvSpPr>
            <a:spLocks xmlns:a="http://schemas.openxmlformats.org/drawingml/2006/main" noGrp="1"/>
          </p:cNvSpPr>
          <p:nvPr/>
        </p:nvSpPr>
        <p:spPr>
          <a:xfrm xmlns:a="http://schemas.openxmlformats.org/drawingml/2006/main">
            <a:off x="1085850" y="335280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75" b="1">
                <a:solidFill>
                  <a:srgbClr val="14315B"/>
                </a:solidFill>
              </a:defRPr>
            </a:pPr>
            <a:r>
              <a:rPr lang="zh-CN" altLang="en-US" sz="1875" b="1">
                <a:solidFill>
                  <a:srgbClr val="14315B"/>
                </a:solidFill>
              </a:rPr>
              <a:t>正常流程</a:t>
            </a:r>
          </a:p>
        </p:txBody>
      </p:sp>
      <p:sp>
        <p:nvSpPr>
          <p:cNvPr id="15" name="">
            <a:extLst xmlns:a="http://schemas.openxmlformats.org/drawingml/2006/main">
              <a:ext uri="{FF2B5EF4-FFF2-40B4-BE49-F238E27FC236}">
                <a16:creationId xmlns:a16="http://schemas.microsoft.com/office/drawing/2014/main" id="{F81AA488-8F97-40CB-9A13-162BBD7F0157}"/>
              </a:ext>
            </a:extLst>
          </p:cNvPr>
          <p:cNvSpPr>
            <a:spLocks xmlns:a="http://schemas.openxmlformats.org/drawingml/2006/main" noGrp="1"/>
          </p:cNvSpPr>
          <p:nvPr/>
        </p:nvSpPr>
        <p:spPr>
          <a:xfrm xmlns:a="http://schemas.openxmlformats.org/drawingml/2006/main">
            <a:off x="1085850" y="3848100"/>
            <a:ext cx="43243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425">
                <a:solidFill>
                  <a:srgbClr val="172B4D"/>
                </a:solidFill>
              </a:defRPr>
            </a:pPr>
            <a:r>
              <a:rPr lang="zh-CN" altLang="en-US" sz="1425">
                <a:solidFill>
                  <a:srgbClr val="172B4D"/>
                </a:solidFill>
              </a:rPr>
              <a:t>基本信息不能出错：</a:t>
            </a:r>
          </a:p>
          <a:p xmlns:a="http://schemas.openxmlformats.org/drawingml/2006/main">
            <a:pPr>
              <a:lnSpc>
                <a:spcPct val="122000"/>
              </a:lnSpc>
              <a:buNone/>
              <a:defRPr lang="zh-CN" altLang="en-US" sz="1425">
                <a:solidFill>
                  <a:srgbClr val="172B4D"/>
                </a:solidFill>
              </a:defRPr>
            </a:pPr>
            <a:r>
              <a:rPr lang="zh-CN" altLang="en-US" sz="1425">
                <a:solidFill>
                  <a:srgbClr val="172B4D"/>
                </a:solidFill>
              </a:rPr>
              <a:t>航空器呼号、关键指令、回答格式、基本语法。</a:t>
            </a:r>
          </a:p>
        </p:txBody>
      </p:sp>
      <p:sp>
        <p:nvSpPr>
          <p:cNvPr id="16" name="">
            <a:extLst xmlns:a="http://schemas.openxmlformats.org/drawingml/2006/main">
              <a:ext uri="{FF2B5EF4-FFF2-40B4-BE49-F238E27FC236}">
                <a16:creationId xmlns:a16="http://schemas.microsoft.com/office/drawing/2014/main" id="{C2BF0A56-E711-4DA6-8295-4F577C979EE7}"/>
              </a:ext>
            </a:extLst>
          </p:cNvPr>
          <p:cNvSpPr>
            <a:spLocks xmlns:a="http://schemas.openxmlformats.org/drawingml/2006/main" noGrp="1"/>
          </p:cNvSpPr>
          <p:nvPr/>
        </p:nvSpPr>
        <p:spPr>
          <a:xfrm xmlns:a="http://schemas.openxmlformats.org/drawingml/2006/main">
            <a:off x="5943600" y="3124200"/>
            <a:ext cx="4819650" cy="2286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96F0368-36B7-45CB-A821-39F2D7F0575D}"/>
              </a:ext>
            </a:extLst>
          </p:cNvPr>
          <p:cNvSpPr>
            <a:spLocks xmlns:a="http://schemas.openxmlformats.org/drawingml/2006/main" noGrp="1"/>
          </p:cNvSpPr>
          <p:nvPr/>
        </p:nvSpPr>
        <p:spPr>
          <a:xfrm xmlns:a="http://schemas.openxmlformats.org/drawingml/2006/main">
            <a:off x="6191250" y="335280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75" b="1">
                <a:solidFill>
                  <a:srgbClr val="14315B"/>
                </a:solidFill>
              </a:defRPr>
            </a:pPr>
            <a:r>
              <a:rPr lang="zh-CN" altLang="en-US" sz="1875" b="1">
                <a:solidFill>
                  <a:srgbClr val="14315B"/>
                </a:solidFill>
              </a:rPr>
              <a:t>特情题</a:t>
            </a:r>
          </a:p>
        </p:txBody>
      </p:sp>
      <p:sp>
        <p:nvSpPr>
          <p:cNvPr id="18" name="">
            <a:extLst xmlns:a="http://schemas.openxmlformats.org/drawingml/2006/main">
              <a:ext uri="{FF2B5EF4-FFF2-40B4-BE49-F238E27FC236}">
                <a16:creationId xmlns:a16="http://schemas.microsoft.com/office/drawing/2014/main" id="{8137AB88-6AB7-466B-9082-1A1199C50AD3}"/>
              </a:ext>
            </a:extLst>
          </p:cNvPr>
          <p:cNvSpPr>
            <a:spLocks xmlns:a="http://schemas.openxmlformats.org/drawingml/2006/main" noGrp="1"/>
          </p:cNvSpPr>
          <p:nvPr/>
        </p:nvSpPr>
        <p:spPr>
          <a:xfrm xmlns:a="http://schemas.openxmlformats.org/drawingml/2006/main">
            <a:off x="6191250" y="3848100"/>
            <a:ext cx="43243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425">
                <a:solidFill>
                  <a:srgbClr val="172B4D"/>
                </a:solidFill>
              </a:defRPr>
            </a:pPr>
            <a:r>
              <a:rPr lang="zh-CN" altLang="en-US" sz="1425">
                <a:solidFill>
                  <a:srgbClr val="172B4D"/>
                </a:solidFill>
              </a:rPr>
              <a:t>至少能听懂大部分题干内容；对于没有记下能内容可用模糊概念代替，能将申请的指令复述清楚即可。</a:t>
            </a:r>
          </a:p>
        </p:txBody>
      </p:sp>
    </p:spTree>
    <p:extLst>
      <p:ext uri="{BB962C8B-B14F-4D97-AF65-F5344CB8AC3E}">
        <p14:creationId xmlns:p14="http://schemas.microsoft.com/office/powerpoint/2010/main" val="429971628"/>
      </p:ext>
    </p:extLst>
  </p:cSld>
</p:sld>
</file>

<file path=ppt/slides/slide7.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6EB0AF-7CCE-4D6E-8229-0FC5E9DEC6CA}"/>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993C31-1B2C-4573-8259-C0956DBE63D9}"/>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A9C329-D760-49D5-B135-BA180270EE65}"/>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02</a:t>
            </a:r>
          </a:p>
        </p:txBody>
      </p:sp>
      <p:sp>
        <p:nvSpPr>
          <p:cNvPr id="4" name="">
            <a:extLst xmlns:a="http://schemas.openxmlformats.org/drawingml/2006/main">
              <a:ext uri="{FF2B5EF4-FFF2-40B4-BE49-F238E27FC236}">
                <a16:creationId xmlns:a16="http://schemas.microsoft.com/office/drawing/2014/main" id="{C5A51D98-F73C-437E-80E0-9067AF295DFB}"/>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二、知识点</a:t>
            </a:r>
          </a:p>
        </p:txBody>
      </p:sp>
      <p:sp>
        <p:nvSpPr>
          <p:cNvPr id="5" name="">
            <a:extLst xmlns:a="http://schemas.openxmlformats.org/drawingml/2006/main">
              <a:ext uri="{FF2B5EF4-FFF2-40B4-BE49-F238E27FC236}">
                <a16:creationId xmlns:a16="http://schemas.microsoft.com/office/drawing/2014/main" id="{6811BD1A-8D23-430C-9285-035E5EEB098A}"/>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01F479D9-C83B-4731-912E-5F394AA4A7AA}"/>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D427AC1A-B71C-4E51-822E-17FCE5B85335}"/>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748621468"/>
      </p:ext>
    </p:extLst>
  </p:cSld>
</p:sld>
</file>

<file path=ppt/slides/slide8.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F4E0FDD-28B3-4081-83DA-390AB06451D5}"/>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3C188C-0AA6-43B0-A06E-2D8A3057F620}"/>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87B7A1-60AF-47E0-BB8C-F5FFE0DC2ACC}"/>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BB149D-192C-4299-9AC1-7109768A6A34}"/>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知识点</a:t>
            </a:r>
          </a:p>
        </p:txBody>
      </p:sp>
      <p:sp>
        <p:nvSpPr>
          <p:cNvPr id="5" name="">
            <a:extLst xmlns:a="http://schemas.openxmlformats.org/drawingml/2006/main">
              <a:ext uri="{FF2B5EF4-FFF2-40B4-BE49-F238E27FC236}">
                <a16:creationId xmlns:a16="http://schemas.microsoft.com/office/drawing/2014/main" id="{7E2A35ED-FD1D-4CD8-8505-45C15C8336D2}"/>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08</a:t>
            </a:r>
          </a:p>
        </p:txBody>
      </p:sp>
      <p:sp>
        <p:nvSpPr>
          <p:cNvPr id="6" name="">
            <a:extLst xmlns:a="http://schemas.openxmlformats.org/drawingml/2006/main">
              <a:ext uri="{FF2B5EF4-FFF2-40B4-BE49-F238E27FC236}">
                <a16:creationId xmlns:a16="http://schemas.microsoft.com/office/drawing/2014/main" id="{1DB83B60-C01E-432C-8061-A6FE11EAED24}"/>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BB4D6E-C5AB-4CF4-AF31-30FFAC41EA8A}"/>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B322FD-A129-412F-9ABA-61A150EF8A3E}"/>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4771B226-B236-4E42-A505-6F539505764E}"/>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知识点</a:t>
            </a:r>
          </a:p>
        </p:txBody>
      </p:sp>
      <p:sp>
        <p:nvSpPr>
          <p:cNvPr id="10" name="">
            <a:extLst xmlns:a="http://schemas.openxmlformats.org/drawingml/2006/main">
              <a:ext uri="{FF2B5EF4-FFF2-40B4-BE49-F238E27FC236}">
                <a16:creationId xmlns:a16="http://schemas.microsoft.com/office/drawing/2014/main" id="{EEC84E6B-C5C3-4FD2-BA14-3E1B26BC93ED}"/>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1、各流程所对应的管制单位</a:t>
            </a:r>
          </a:p>
        </p:txBody>
      </p:sp>
      <p:sp>
        <p:nvSpPr>
          <p:cNvPr id="11" name="">
            <a:extLst xmlns:a="http://schemas.openxmlformats.org/drawingml/2006/main">
              <a:ext uri="{FF2B5EF4-FFF2-40B4-BE49-F238E27FC236}">
                <a16:creationId xmlns:a16="http://schemas.microsoft.com/office/drawing/2014/main" id="{483E611B-C04E-4D2D-A47E-B39445213060}"/>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F272E7-D6DC-42E6-89CB-409054099B12}"/>
              </a:ext>
            </a:extLst>
          </p:cNvPr>
          <p:cNvSpPr>
            <a:spLocks xmlns:a="http://schemas.openxmlformats.org/drawingml/2006/main" noGrp="1"/>
          </p:cNvSpPr>
          <p:nvPr/>
        </p:nvSpPr>
        <p:spPr>
          <a:xfrm xmlns:a="http://schemas.openxmlformats.org/drawingml/2006/main">
            <a:off x="838200" y="245745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13" name="">
            <a:extLst xmlns:a="http://schemas.openxmlformats.org/drawingml/2006/main">
              <a:ext uri="{FF2B5EF4-FFF2-40B4-BE49-F238E27FC236}">
                <a16:creationId xmlns:a16="http://schemas.microsoft.com/office/drawing/2014/main" id="{05FE1127-FA43-4895-AFA4-C79A8DACC157}"/>
              </a:ext>
            </a:extLst>
          </p:cNvPr>
          <p:cNvSpPr>
            <a:spLocks xmlns:a="http://schemas.openxmlformats.org/drawingml/2006/main" noGrp="1"/>
          </p:cNvSpPr>
          <p:nvPr/>
        </p:nvSpPr>
        <p:spPr>
          <a:xfrm xmlns:a="http://schemas.openxmlformats.org/drawingml/2006/main">
            <a:off x="1047750" y="259080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放行</a:t>
            </a:r>
          </a:p>
        </p:txBody>
      </p:sp>
      <p:sp>
        <p:nvSpPr>
          <p:cNvPr id="14" name="">
            <a:extLst xmlns:a="http://schemas.openxmlformats.org/drawingml/2006/main">
              <a:ext uri="{FF2B5EF4-FFF2-40B4-BE49-F238E27FC236}">
                <a16:creationId xmlns:a16="http://schemas.microsoft.com/office/drawing/2014/main" id="{2F09062D-0473-4272-A809-ACA9FD459B8C}"/>
              </a:ext>
            </a:extLst>
          </p:cNvPr>
          <p:cNvSpPr>
            <a:spLocks xmlns:a="http://schemas.openxmlformats.org/drawingml/2006/main" noGrp="1"/>
          </p:cNvSpPr>
          <p:nvPr/>
        </p:nvSpPr>
        <p:spPr>
          <a:xfrm xmlns:a="http://schemas.openxmlformats.org/drawingml/2006/main">
            <a:off x="3143250" y="25908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Delivery</a:t>
            </a:r>
          </a:p>
        </p:txBody>
      </p:sp>
      <p:sp>
        <p:nvSpPr>
          <p:cNvPr id="15" name="">
            <a:extLst xmlns:a="http://schemas.openxmlformats.org/drawingml/2006/main">
              <a:ext uri="{FF2B5EF4-FFF2-40B4-BE49-F238E27FC236}">
                <a16:creationId xmlns:a16="http://schemas.microsoft.com/office/drawing/2014/main" id="{68C54D08-E2D5-4A87-8A9E-1BEB94950336}"/>
              </a:ext>
            </a:extLst>
          </p:cNvPr>
          <p:cNvSpPr>
            <a:spLocks xmlns:a="http://schemas.openxmlformats.org/drawingml/2006/main" noGrp="1"/>
          </p:cNvSpPr>
          <p:nvPr/>
        </p:nvSpPr>
        <p:spPr>
          <a:xfrm xmlns:a="http://schemas.openxmlformats.org/drawingml/2006/main">
            <a:off x="838200" y="304800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16" name="">
            <a:extLst xmlns:a="http://schemas.openxmlformats.org/drawingml/2006/main">
              <a:ext uri="{FF2B5EF4-FFF2-40B4-BE49-F238E27FC236}">
                <a16:creationId xmlns:a16="http://schemas.microsoft.com/office/drawing/2014/main" id="{397F91B6-2F2E-42B6-850E-14C002A31F32}"/>
              </a:ext>
            </a:extLst>
          </p:cNvPr>
          <p:cNvSpPr>
            <a:spLocks xmlns:a="http://schemas.openxmlformats.org/drawingml/2006/main" noGrp="1"/>
          </p:cNvSpPr>
          <p:nvPr/>
        </p:nvSpPr>
        <p:spPr>
          <a:xfrm xmlns:a="http://schemas.openxmlformats.org/drawingml/2006/main">
            <a:off x="1047750" y="31813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推出开车</a:t>
            </a:r>
          </a:p>
        </p:txBody>
      </p:sp>
      <p:sp>
        <p:nvSpPr>
          <p:cNvPr id="17" name="">
            <a:extLst xmlns:a="http://schemas.openxmlformats.org/drawingml/2006/main">
              <a:ext uri="{FF2B5EF4-FFF2-40B4-BE49-F238E27FC236}">
                <a16:creationId xmlns:a16="http://schemas.microsoft.com/office/drawing/2014/main" id="{44623807-0837-40E8-A901-9B9D0B14ACD0}"/>
              </a:ext>
            </a:extLst>
          </p:cNvPr>
          <p:cNvSpPr>
            <a:spLocks xmlns:a="http://schemas.openxmlformats.org/drawingml/2006/main" noGrp="1"/>
          </p:cNvSpPr>
          <p:nvPr/>
        </p:nvSpPr>
        <p:spPr>
          <a:xfrm xmlns:a="http://schemas.openxmlformats.org/drawingml/2006/main">
            <a:off x="3143250" y="318135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Ground</a:t>
            </a:r>
          </a:p>
        </p:txBody>
      </p:sp>
      <p:sp>
        <p:nvSpPr>
          <p:cNvPr id="18" name="">
            <a:extLst xmlns:a="http://schemas.openxmlformats.org/drawingml/2006/main">
              <a:ext uri="{FF2B5EF4-FFF2-40B4-BE49-F238E27FC236}">
                <a16:creationId xmlns:a16="http://schemas.microsoft.com/office/drawing/2014/main" id="{6079CF63-3752-462F-B19B-96DE8DA9B54C}"/>
              </a:ext>
            </a:extLst>
          </p:cNvPr>
          <p:cNvSpPr>
            <a:spLocks xmlns:a="http://schemas.openxmlformats.org/drawingml/2006/main" noGrp="1"/>
          </p:cNvSpPr>
          <p:nvPr/>
        </p:nvSpPr>
        <p:spPr>
          <a:xfrm xmlns:a="http://schemas.openxmlformats.org/drawingml/2006/main">
            <a:off x="838200" y="363855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19" name="">
            <a:extLst xmlns:a="http://schemas.openxmlformats.org/drawingml/2006/main">
              <a:ext uri="{FF2B5EF4-FFF2-40B4-BE49-F238E27FC236}">
                <a16:creationId xmlns:a16="http://schemas.microsoft.com/office/drawing/2014/main" id="{657B37E4-64F3-4F2A-B820-2D7161C61B2A}"/>
              </a:ext>
            </a:extLst>
          </p:cNvPr>
          <p:cNvSpPr>
            <a:spLocks xmlns:a="http://schemas.openxmlformats.org/drawingml/2006/main" noGrp="1"/>
          </p:cNvSpPr>
          <p:nvPr/>
        </p:nvSpPr>
        <p:spPr>
          <a:xfrm xmlns:a="http://schemas.openxmlformats.org/drawingml/2006/main">
            <a:off x="1047750" y="377190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滑行</a:t>
            </a:r>
          </a:p>
        </p:txBody>
      </p:sp>
      <p:sp>
        <p:nvSpPr>
          <p:cNvPr id="20" name="">
            <a:extLst xmlns:a="http://schemas.openxmlformats.org/drawingml/2006/main">
              <a:ext uri="{FF2B5EF4-FFF2-40B4-BE49-F238E27FC236}">
                <a16:creationId xmlns:a16="http://schemas.microsoft.com/office/drawing/2014/main" id="{50A70C05-DA8D-417B-AD2B-FFB0EE5D095A}"/>
              </a:ext>
            </a:extLst>
          </p:cNvPr>
          <p:cNvSpPr>
            <a:spLocks xmlns:a="http://schemas.openxmlformats.org/drawingml/2006/main" noGrp="1"/>
          </p:cNvSpPr>
          <p:nvPr/>
        </p:nvSpPr>
        <p:spPr>
          <a:xfrm xmlns:a="http://schemas.openxmlformats.org/drawingml/2006/main">
            <a:off x="3143250" y="37719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Ground</a:t>
            </a:r>
          </a:p>
        </p:txBody>
      </p:sp>
      <p:sp>
        <p:nvSpPr>
          <p:cNvPr id="21" name="">
            <a:extLst xmlns:a="http://schemas.openxmlformats.org/drawingml/2006/main">
              <a:ext uri="{FF2B5EF4-FFF2-40B4-BE49-F238E27FC236}">
                <a16:creationId xmlns:a16="http://schemas.microsoft.com/office/drawing/2014/main" id="{E4ED0016-A8D0-42CD-B038-0A97EA00EB04}"/>
              </a:ext>
            </a:extLst>
          </p:cNvPr>
          <p:cNvSpPr>
            <a:spLocks xmlns:a="http://schemas.openxmlformats.org/drawingml/2006/main" noGrp="1"/>
          </p:cNvSpPr>
          <p:nvPr/>
        </p:nvSpPr>
        <p:spPr>
          <a:xfrm xmlns:a="http://schemas.openxmlformats.org/drawingml/2006/main">
            <a:off x="838200" y="422910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22" name="">
            <a:extLst xmlns:a="http://schemas.openxmlformats.org/drawingml/2006/main">
              <a:ext uri="{FF2B5EF4-FFF2-40B4-BE49-F238E27FC236}">
                <a16:creationId xmlns:a16="http://schemas.microsoft.com/office/drawing/2014/main" id="{051A4E74-AB52-4172-8973-AA99BBB8DA52}"/>
              </a:ext>
            </a:extLst>
          </p:cNvPr>
          <p:cNvSpPr>
            <a:spLocks xmlns:a="http://schemas.openxmlformats.org/drawingml/2006/main" noGrp="1"/>
          </p:cNvSpPr>
          <p:nvPr/>
        </p:nvSpPr>
        <p:spPr>
          <a:xfrm xmlns:a="http://schemas.openxmlformats.org/drawingml/2006/main">
            <a:off x="1047750" y="43624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进跑道、起飞</a:t>
            </a:r>
          </a:p>
        </p:txBody>
      </p:sp>
      <p:sp>
        <p:nvSpPr>
          <p:cNvPr id="23" name="">
            <a:extLst xmlns:a="http://schemas.openxmlformats.org/drawingml/2006/main">
              <a:ext uri="{FF2B5EF4-FFF2-40B4-BE49-F238E27FC236}">
                <a16:creationId xmlns:a16="http://schemas.microsoft.com/office/drawing/2014/main" id="{BF4408BB-021E-4D2B-8001-712380666870}"/>
              </a:ext>
            </a:extLst>
          </p:cNvPr>
          <p:cNvSpPr>
            <a:spLocks xmlns:a="http://schemas.openxmlformats.org/drawingml/2006/main" noGrp="1"/>
          </p:cNvSpPr>
          <p:nvPr/>
        </p:nvSpPr>
        <p:spPr>
          <a:xfrm xmlns:a="http://schemas.openxmlformats.org/drawingml/2006/main">
            <a:off x="3143250" y="436245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Tower</a:t>
            </a:r>
          </a:p>
        </p:txBody>
      </p:sp>
      <p:sp>
        <p:nvSpPr>
          <p:cNvPr id="24" name="">
            <a:extLst xmlns:a="http://schemas.openxmlformats.org/drawingml/2006/main">
              <a:ext uri="{FF2B5EF4-FFF2-40B4-BE49-F238E27FC236}">
                <a16:creationId xmlns:a16="http://schemas.microsoft.com/office/drawing/2014/main" id="{95EFC00B-D69E-4387-A220-D2B68522BDA6}"/>
              </a:ext>
            </a:extLst>
          </p:cNvPr>
          <p:cNvSpPr>
            <a:spLocks xmlns:a="http://schemas.openxmlformats.org/drawingml/2006/main" noGrp="1"/>
          </p:cNvSpPr>
          <p:nvPr/>
        </p:nvSpPr>
        <p:spPr>
          <a:xfrm xmlns:a="http://schemas.openxmlformats.org/drawingml/2006/main">
            <a:off x="838200" y="481965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25" name="">
            <a:extLst xmlns:a="http://schemas.openxmlformats.org/drawingml/2006/main">
              <a:ext uri="{FF2B5EF4-FFF2-40B4-BE49-F238E27FC236}">
                <a16:creationId xmlns:a16="http://schemas.microsoft.com/office/drawing/2014/main" id="{94A947A5-1CD2-455B-A178-2E9E72745B57}"/>
              </a:ext>
            </a:extLst>
          </p:cNvPr>
          <p:cNvSpPr>
            <a:spLocks xmlns:a="http://schemas.openxmlformats.org/drawingml/2006/main" noGrp="1"/>
          </p:cNvSpPr>
          <p:nvPr/>
        </p:nvSpPr>
        <p:spPr>
          <a:xfrm xmlns:a="http://schemas.openxmlformats.org/drawingml/2006/main">
            <a:off x="1047750" y="495300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初始爬升</a:t>
            </a:r>
          </a:p>
        </p:txBody>
      </p:sp>
      <p:sp>
        <p:nvSpPr>
          <p:cNvPr id="26" name="">
            <a:extLst xmlns:a="http://schemas.openxmlformats.org/drawingml/2006/main">
              <a:ext uri="{FF2B5EF4-FFF2-40B4-BE49-F238E27FC236}">
                <a16:creationId xmlns:a16="http://schemas.microsoft.com/office/drawing/2014/main" id="{84A32D24-970F-4C60-B519-5742BE56EB19}"/>
              </a:ext>
            </a:extLst>
          </p:cNvPr>
          <p:cNvSpPr>
            <a:spLocks xmlns:a="http://schemas.openxmlformats.org/drawingml/2006/main" noGrp="1"/>
          </p:cNvSpPr>
          <p:nvPr/>
        </p:nvSpPr>
        <p:spPr>
          <a:xfrm xmlns:a="http://schemas.openxmlformats.org/drawingml/2006/main">
            <a:off x="3143250" y="49530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Tower / Departure</a:t>
            </a:r>
          </a:p>
        </p:txBody>
      </p:sp>
      <p:sp>
        <p:nvSpPr>
          <p:cNvPr id="27" name="">
            <a:extLst xmlns:a="http://schemas.openxmlformats.org/drawingml/2006/main">
              <a:ext uri="{FF2B5EF4-FFF2-40B4-BE49-F238E27FC236}">
                <a16:creationId xmlns:a16="http://schemas.microsoft.com/office/drawing/2014/main" id="{5AB129D8-AD18-490D-BC76-181803A1647B}"/>
              </a:ext>
            </a:extLst>
          </p:cNvPr>
          <p:cNvSpPr>
            <a:spLocks xmlns:a="http://schemas.openxmlformats.org/drawingml/2006/main" noGrp="1"/>
          </p:cNvSpPr>
          <p:nvPr/>
        </p:nvSpPr>
        <p:spPr>
          <a:xfrm xmlns:a="http://schemas.openxmlformats.org/drawingml/2006/main">
            <a:off x="6076950" y="245745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28" name="">
            <a:extLst xmlns:a="http://schemas.openxmlformats.org/drawingml/2006/main">
              <a:ext uri="{FF2B5EF4-FFF2-40B4-BE49-F238E27FC236}">
                <a16:creationId xmlns:a16="http://schemas.microsoft.com/office/drawing/2014/main" id="{0C7CA6F5-E4F1-4D17-A606-CA8D0A2C8BFD}"/>
              </a:ext>
            </a:extLst>
          </p:cNvPr>
          <p:cNvSpPr>
            <a:spLocks xmlns:a="http://schemas.openxmlformats.org/drawingml/2006/main" noGrp="1"/>
          </p:cNvSpPr>
          <p:nvPr/>
        </p:nvSpPr>
        <p:spPr>
          <a:xfrm xmlns:a="http://schemas.openxmlformats.org/drawingml/2006/main">
            <a:off x="6286500" y="259080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巡航</a:t>
            </a:r>
          </a:p>
        </p:txBody>
      </p:sp>
      <p:sp>
        <p:nvSpPr>
          <p:cNvPr id="29" name="">
            <a:extLst xmlns:a="http://schemas.openxmlformats.org/drawingml/2006/main">
              <a:ext uri="{FF2B5EF4-FFF2-40B4-BE49-F238E27FC236}">
                <a16:creationId xmlns:a16="http://schemas.microsoft.com/office/drawing/2014/main" id="{B83792F9-BE58-49D3-BC3B-34CCEB8B4EC6}"/>
              </a:ext>
            </a:extLst>
          </p:cNvPr>
          <p:cNvSpPr>
            <a:spLocks xmlns:a="http://schemas.openxmlformats.org/drawingml/2006/main" noGrp="1"/>
          </p:cNvSpPr>
          <p:nvPr/>
        </p:nvSpPr>
        <p:spPr>
          <a:xfrm xmlns:a="http://schemas.openxmlformats.org/drawingml/2006/main">
            <a:off x="8382000" y="25908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Control</a:t>
            </a:r>
          </a:p>
        </p:txBody>
      </p:sp>
      <p:sp>
        <p:nvSpPr>
          <p:cNvPr id="30" name="">
            <a:extLst xmlns:a="http://schemas.openxmlformats.org/drawingml/2006/main">
              <a:ext uri="{FF2B5EF4-FFF2-40B4-BE49-F238E27FC236}">
                <a16:creationId xmlns:a16="http://schemas.microsoft.com/office/drawing/2014/main" id="{DE18EC3B-0303-4D37-B072-43BB9EFB1B18}"/>
              </a:ext>
            </a:extLst>
          </p:cNvPr>
          <p:cNvSpPr>
            <a:spLocks xmlns:a="http://schemas.openxmlformats.org/drawingml/2006/main" noGrp="1"/>
          </p:cNvSpPr>
          <p:nvPr/>
        </p:nvSpPr>
        <p:spPr>
          <a:xfrm xmlns:a="http://schemas.openxmlformats.org/drawingml/2006/main">
            <a:off x="6076950" y="304800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31" name="">
            <a:extLst xmlns:a="http://schemas.openxmlformats.org/drawingml/2006/main">
              <a:ext uri="{FF2B5EF4-FFF2-40B4-BE49-F238E27FC236}">
                <a16:creationId xmlns:a16="http://schemas.microsoft.com/office/drawing/2014/main" id="{A985C58B-B972-4ADA-B62F-CE873F55C19B}"/>
              </a:ext>
            </a:extLst>
          </p:cNvPr>
          <p:cNvSpPr>
            <a:spLocks xmlns:a="http://schemas.openxmlformats.org/drawingml/2006/main" noGrp="1"/>
          </p:cNvSpPr>
          <p:nvPr/>
        </p:nvSpPr>
        <p:spPr>
          <a:xfrm xmlns:a="http://schemas.openxmlformats.org/drawingml/2006/main">
            <a:off x="6286500" y="31813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进场</a:t>
            </a:r>
          </a:p>
        </p:txBody>
      </p:sp>
      <p:sp>
        <p:nvSpPr>
          <p:cNvPr id="32" name="">
            <a:extLst xmlns:a="http://schemas.openxmlformats.org/drawingml/2006/main">
              <a:ext uri="{FF2B5EF4-FFF2-40B4-BE49-F238E27FC236}">
                <a16:creationId xmlns:a16="http://schemas.microsoft.com/office/drawing/2014/main" id="{23178A92-914C-41B5-8C92-70DBA8867CE4}"/>
              </a:ext>
            </a:extLst>
          </p:cNvPr>
          <p:cNvSpPr>
            <a:spLocks xmlns:a="http://schemas.openxmlformats.org/drawingml/2006/main" noGrp="1"/>
          </p:cNvSpPr>
          <p:nvPr/>
        </p:nvSpPr>
        <p:spPr>
          <a:xfrm xmlns:a="http://schemas.openxmlformats.org/drawingml/2006/main">
            <a:off x="8382000" y="318135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Control / Approach</a:t>
            </a:r>
          </a:p>
        </p:txBody>
      </p:sp>
      <p:sp>
        <p:nvSpPr>
          <p:cNvPr id="33" name="">
            <a:extLst xmlns:a="http://schemas.openxmlformats.org/drawingml/2006/main">
              <a:ext uri="{FF2B5EF4-FFF2-40B4-BE49-F238E27FC236}">
                <a16:creationId xmlns:a16="http://schemas.microsoft.com/office/drawing/2014/main" id="{2E50E5E1-D4EC-4F3A-A36F-9DE521BB9274}"/>
              </a:ext>
            </a:extLst>
          </p:cNvPr>
          <p:cNvSpPr>
            <a:spLocks xmlns:a="http://schemas.openxmlformats.org/drawingml/2006/main" noGrp="1"/>
          </p:cNvSpPr>
          <p:nvPr/>
        </p:nvSpPr>
        <p:spPr>
          <a:xfrm xmlns:a="http://schemas.openxmlformats.org/drawingml/2006/main">
            <a:off x="6076950" y="363855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34" name="">
            <a:extLst xmlns:a="http://schemas.openxmlformats.org/drawingml/2006/main">
              <a:ext uri="{FF2B5EF4-FFF2-40B4-BE49-F238E27FC236}">
                <a16:creationId xmlns:a16="http://schemas.microsoft.com/office/drawing/2014/main" id="{DCF4101E-FC9B-4F58-B697-B52A6A49B72E}"/>
              </a:ext>
            </a:extLst>
          </p:cNvPr>
          <p:cNvSpPr>
            <a:spLocks xmlns:a="http://schemas.openxmlformats.org/drawingml/2006/main" noGrp="1"/>
          </p:cNvSpPr>
          <p:nvPr/>
        </p:nvSpPr>
        <p:spPr>
          <a:xfrm xmlns:a="http://schemas.openxmlformats.org/drawingml/2006/main">
            <a:off x="6286500" y="377190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进近</a:t>
            </a:r>
          </a:p>
        </p:txBody>
      </p:sp>
      <p:sp>
        <p:nvSpPr>
          <p:cNvPr id="35" name="">
            <a:extLst xmlns:a="http://schemas.openxmlformats.org/drawingml/2006/main">
              <a:ext uri="{FF2B5EF4-FFF2-40B4-BE49-F238E27FC236}">
                <a16:creationId xmlns:a16="http://schemas.microsoft.com/office/drawing/2014/main" id="{9467FE13-9028-481F-83F8-61EEBD02703F}"/>
              </a:ext>
            </a:extLst>
          </p:cNvPr>
          <p:cNvSpPr>
            <a:spLocks xmlns:a="http://schemas.openxmlformats.org/drawingml/2006/main" noGrp="1"/>
          </p:cNvSpPr>
          <p:nvPr/>
        </p:nvSpPr>
        <p:spPr>
          <a:xfrm xmlns:a="http://schemas.openxmlformats.org/drawingml/2006/main">
            <a:off x="8382000" y="37719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Approach</a:t>
            </a:r>
          </a:p>
        </p:txBody>
      </p:sp>
      <p:sp>
        <p:nvSpPr>
          <p:cNvPr id="36" name="">
            <a:extLst xmlns:a="http://schemas.openxmlformats.org/drawingml/2006/main">
              <a:ext uri="{FF2B5EF4-FFF2-40B4-BE49-F238E27FC236}">
                <a16:creationId xmlns:a16="http://schemas.microsoft.com/office/drawing/2014/main" id="{2C2B571A-6ECC-467A-B8CA-9DEDE6FD79FE}"/>
              </a:ext>
            </a:extLst>
          </p:cNvPr>
          <p:cNvSpPr>
            <a:spLocks xmlns:a="http://schemas.openxmlformats.org/drawingml/2006/main" noGrp="1"/>
          </p:cNvSpPr>
          <p:nvPr/>
        </p:nvSpPr>
        <p:spPr>
          <a:xfrm xmlns:a="http://schemas.openxmlformats.org/drawingml/2006/main">
            <a:off x="6076950" y="4229100"/>
            <a:ext cx="47625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E6F5"/>
            </a:solidFill>
            <a:prstDash val="solid"/>
          </a:ln>
        </p:spPr>
      </p:sp>
      <p:sp>
        <p:nvSpPr>
          <p:cNvPr id="37" name="">
            <a:extLst xmlns:a="http://schemas.openxmlformats.org/drawingml/2006/main">
              <a:ext uri="{FF2B5EF4-FFF2-40B4-BE49-F238E27FC236}">
                <a16:creationId xmlns:a16="http://schemas.microsoft.com/office/drawing/2014/main" id="{45263B73-9E7C-485B-A8B4-CB5FABF5A4B2}"/>
              </a:ext>
            </a:extLst>
          </p:cNvPr>
          <p:cNvSpPr>
            <a:spLocks xmlns:a="http://schemas.openxmlformats.org/drawingml/2006/main" noGrp="1"/>
          </p:cNvSpPr>
          <p:nvPr/>
        </p:nvSpPr>
        <p:spPr>
          <a:xfrm xmlns:a="http://schemas.openxmlformats.org/drawingml/2006/main">
            <a:off x="6286500" y="43624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defRPr lang="zh-CN" altLang="en-US" sz="1275" b="1">
                <a:solidFill>
                  <a:srgbClr val="14315B"/>
                </a:solidFill>
              </a:defRPr>
            </a:pPr>
            <a:r>
              <a:rPr lang="zh-CN" altLang="en-US" sz="1275" b="1">
                <a:solidFill>
                  <a:srgbClr val="14315B"/>
                </a:solidFill>
              </a:rPr>
              <a:t>复飞 / 着陆</a:t>
            </a:r>
          </a:p>
        </p:txBody>
      </p:sp>
      <p:sp>
        <p:nvSpPr>
          <p:cNvPr id="38" name="">
            <a:extLst xmlns:a="http://schemas.openxmlformats.org/drawingml/2006/main">
              <a:ext uri="{FF2B5EF4-FFF2-40B4-BE49-F238E27FC236}">
                <a16:creationId xmlns:a16="http://schemas.microsoft.com/office/drawing/2014/main" id="{956F2E0F-4D16-414A-9BD2-D5FAB7630F1C}"/>
              </a:ext>
            </a:extLst>
          </p:cNvPr>
          <p:cNvSpPr>
            <a:spLocks xmlns:a="http://schemas.openxmlformats.org/drawingml/2006/main" noGrp="1"/>
          </p:cNvSpPr>
          <p:nvPr/>
        </p:nvSpPr>
        <p:spPr>
          <a:xfrm xmlns:a="http://schemas.openxmlformats.org/drawingml/2006/main">
            <a:off x="8382000" y="436245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98039"/>
          </a:bodyPr>
          <a:lstStyle xmlns:a="http://schemas.openxmlformats.org/drawingml/2006/main"/>
          <a:p xmlns:a="http://schemas.openxmlformats.org/drawingml/2006/main">
            <a:pPr algn="r">
              <a:defRPr lang="zh-CN" altLang="en-US" sz="1275">
                <a:solidFill>
                  <a:srgbClr val="1F6FEB"/>
                </a:solidFill>
              </a:defRPr>
            </a:pPr>
            <a:r>
              <a:rPr lang="zh-CN" altLang="en-US" sz="1275">
                <a:solidFill>
                  <a:srgbClr val="1F6FEB"/>
                </a:solidFill>
              </a:rPr>
              <a:t>Tower</a:t>
            </a:r>
          </a:p>
        </p:txBody>
      </p:sp>
    </p:spTree>
    <p:extLst>
      <p:ext uri="{BB962C8B-B14F-4D97-AF65-F5344CB8AC3E}">
        <p14:creationId xmlns:p14="http://schemas.microsoft.com/office/powerpoint/2010/main" val="1274932732"/>
      </p:ext>
    </p:extLst>
  </p:cSld>
</p:sld>
</file>

<file path=ppt/slides/slide9.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2BA6D8-D390-41FC-8D34-E9E3C5F76C6B}"/>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F31366-B963-4DFC-A9D3-C8982CBA0353}"/>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EDBE7C7-D0E0-47CA-838A-376C54A33AA5}"/>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B993C1-D343-4A02-A0C4-6A9C35E3D15B}"/>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情景意识</a:t>
            </a:r>
          </a:p>
        </p:txBody>
      </p:sp>
      <p:sp>
        <p:nvSpPr>
          <p:cNvPr id="5" name="">
            <a:extLst xmlns:a="http://schemas.openxmlformats.org/drawingml/2006/main">
              <a:ext uri="{FF2B5EF4-FFF2-40B4-BE49-F238E27FC236}">
                <a16:creationId xmlns:a16="http://schemas.microsoft.com/office/drawing/2014/main" id="{051E3F32-5011-419E-BF07-75F2E1D1D538}"/>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09</a:t>
            </a:r>
          </a:p>
        </p:txBody>
      </p:sp>
      <p:sp>
        <p:nvSpPr>
          <p:cNvPr id="6" name="">
            <a:extLst xmlns:a="http://schemas.openxmlformats.org/drawingml/2006/main">
              <a:ext uri="{FF2B5EF4-FFF2-40B4-BE49-F238E27FC236}">
                <a16:creationId xmlns:a16="http://schemas.microsoft.com/office/drawing/2014/main" id="{98529F85-4867-40D7-9490-F93B0314F73F}"/>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260877-AC07-4B72-BF76-8765F49AA4E1}"/>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FE3113-D267-41D1-9D7B-5FE22ABB43FD}"/>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5BA78747-CC83-4A59-BBB6-2EC3D2EFD232}"/>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情景意识</a:t>
            </a:r>
          </a:p>
        </p:txBody>
      </p:sp>
      <p:sp>
        <p:nvSpPr>
          <p:cNvPr id="10" name="">
            <a:extLst xmlns:a="http://schemas.openxmlformats.org/drawingml/2006/main">
              <a:ext uri="{FF2B5EF4-FFF2-40B4-BE49-F238E27FC236}">
                <a16:creationId xmlns:a16="http://schemas.microsoft.com/office/drawing/2014/main" id="{99D92ABD-0CCC-4B2B-8058-B099502DA37B}"/>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通过阶段判断联系单位</a:t>
            </a:r>
          </a:p>
        </p:txBody>
      </p:sp>
      <p:sp>
        <p:nvSpPr>
          <p:cNvPr id="11" name="">
            <a:extLst xmlns:a="http://schemas.openxmlformats.org/drawingml/2006/main">
              <a:ext uri="{FF2B5EF4-FFF2-40B4-BE49-F238E27FC236}">
                <a16:creationId xmlns:a16="http://schemas.microsoft.com/office/drawing/2014/main" id="{F9409BEA-60A3-4359-AB8F-635196D865CF}"/>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9E03BC-CA9C-4FC3-8302-6A8F2AE2C9D2}"/>
              </a:ext>
            </a:extLst>
          </p:cNvPr>
          <p:cNvSpPr>
            <a:spLocks xmlns:a="http://schemas.openxmlformats.org/drawingml/2006/main" noGrp="1"/>
          </p:cNvSpPr>
          <p:nvPr/>
        </p:nvSpPr>
        <p:spPr>
          <a:xfrm xmlns:a="http://schemas.openxmlformats.org/drawingml/2006/main">
            <a:off x="838200" y="2552700"/>
            <a:ext cx="10515600" cy="278130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4A835F6-D80F-4C99-8DF3-1C8BB5208601}"/>
              </a:ext>
            </a:extLst>
          </p:cNvPr>
          <p:cNvSpPr>
            <a:spLocks xmlns:a="http://schemas.openxmlformats.org/drawingml/2006/main" noGrp="1"/>
          </p:cNvSpPr>
          <p:nvPr/>
        </p:nvSpPr>
        <p:spPr>
          <a:xfrm xmlns:a="http://schemas.openxmlformats.org/drawingml/2006/main">
            <a:off x="1085850" y="2800350"/>
            <a:ext cx="47625" cy="22860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D0C4F12E-C73D-441F-85A2-BC7692789DD7}"/>
              </a:ext>
            </a:extLst>
          </p:cNvPr>
          <p:cNvSpPr>
            <a:spLocks xmlns:a="http://schemas.openxmlformats.org/drawingml/2006/main" noGrp="1"/>
          </p:cNvSpPr>
          <p:nvPr/>
        </p:nvSpPr>
        <p:spPr>
          <a:xfrm xmlns:a="http://schemas.openxmlformats.org/drawingml/2006/main">
            <a:off x="1390650" y="2876550"/>
            <a:ext cx="9620250" cy="2133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800">
                <a:solidFill>
                  <a:srgbClr val="172B4D"/>
                </a:solidFill>
              </a:defRPr>
            </a:pPr>
            <a:r>
              <a:rPr lang="zh-CN" altLang="en-US" sz="1800">
                <a:solidFill>
                  <a:srgbClr val="172B4D"/>
                </a:solidFill>
              </a:rPr>
              <a:t>注：很多时候题中不会给出需要联系哪个频率的提示，只说 “contact with ATC”。</a:t>
            </a:r>
          </a:p>
          <a:p xmlns:a="http://schemas.openxmlformats.org/drawingml/2006/main">
            <a:r>
              <a:t/>
            </a:r>
          </a:p>
          <a:p xmlns:a="http://schemas.openxmlformats.org/drawingml/2006/main">
            <a:pPr>
              <a:lnSpc>
                <a:spcPct val="125000"/>
              </a:lnSpc>
              <a:buNone/>
              <a:defRPr lang="zh-CN" altLang="en-US" sz="1800">
                <a:solidFill>
                  <a:srgbClr val="172B4D"/>
                </a:solidFill>
              </a:defRPr>
            </a:pPr>
            <a:r>
              <a:rPr lang="zh-CN" altLang="en-US" sz="1800">
                <a:solidFill>
                  <a:srgbClr val="172B4D"/>
                </a:solidFill>
              </a:rPr>
              <a:t>这就要求考生通过对飞机当前阶段的判断自行决定联系哪个管制单位。考生在做题时应时刻明确在此题中飞机的位置和阶段，具备情景意识（可通过题中的图片判断）。</a:t>
            </a:r>
          </a:p>
        </p:txBody>
      </p:sp>
      <p:sp>
        <p:nvSpPr>
          <p:cNvPr id="15" name="">
            <a:extLst xmlns:a="http://schemas.openxmlformats.org/drawingml/2006/main">
              <a:ext uri="{FF2B5EF4-FFF2-40B4-BE49-F238E27FC236}">
                <a16:creationId xmlns:a16="http://schemas.microsoft.com/office/drawing/2014/main" id="{52C1076D-3E51-4FD0-9C6C-C4CFBC92E147}"/>
              </a:ext>
            </a:extLst>
          </p:cNvPr>
          <p:cNvSpPr>
            <a:spLocks xmlns:a="http://schemas.openxmlformats.org/drawingml/2006/main" noGrp="1"/>
          </p:cNvSpPr>
          <p:nvPr/>
        </p:nvSpPr>
        <p:spPr>
          <a:xfrm xmlns:a="http://schemas.openxmlformats.org/drawingml/2006/main">
            <a:off x="9086850" y="5638800"/>
            <a:ext cx="22669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0C345D-8F1A-4729-A0AB-0BF45364F49D}"/>
              </a:ext>
            </a:extLst>
          </p:cNvPr>
          <p:cNvSpPr>
            <a:spLocks xmlns:a="http://schemas.openxmlformats.org/drawingml/2006/main" noGrp="1"/>
          </p:cNvSpPr>
          <p:nvPr/>
        </p:nvSpPr>
        <p:spPr>
          <a:xfrm xmlns:a="http://schemas.openxmlformats.org/drawingml/2006/main">
            <a:off x="9086850" y="5715000"/>
            <a:ext cx="226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contact with ATC</a:t>
            </a:r>
          </a:p>
        </p:txBody>
      </p:sp>
    </p:spTree>
    <p:extLst>
      <p:ext uri="{BB962C8B-B14F-4D97-AF65-F5344CB8AC3E}">
        <p14:creationId xmlns:p14="http://schemas.microsoft.com/office/powerpoint/2010/main" val="848952235"/>
      </p:ext>
    </p:extLst>
  </p:cSld>
</p:sld>
</file>

<file path=ppt/slides/slide10.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4B486A-072F-4407-81CC-8D219EADF649}"/>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2B7759-CA0E-43F2-A889-8DEF66128339}"/>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7596798-4120-4E8B-8054-56C2B8CAB081}"/>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084CB3A-0E49-476D-AF4C-0C3DD4848FED}"/>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知识点</a:t>
            </a:r>
          </a:p>
        </p:txBody>
      </p:sp>
      <p:sp>
        <p:nvSpPr>
          <p:cNvPr id="5" name="">
            <a:extLst xmlns:a="http://schemas.openxmlformats.org/drawingml/2006/main">
              <a:ext uri="{FF2B5EF4-FFF2-40B4-BE49-F238E27FC236}">
                <a16:creationId xmlns:a16="http://schemas.microsoft.com/office/drawing/2014/main" id="{3C057AA6-DCFB-4EB9-BF43-B44F5B02A2DD}"/>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10</a:t>
            </a:r>
          </a:p>
        </p:txBody>
      </p:sp>
      <p:sp>
        <p:nvSpPr>
          <p:cNvPr id="6" name="">
            <a:extLst xmlns:a="http://schemas.openxmlformats.org/drawingml/2006/main">
              <a:ext uri="{FF2B5EF4-FFF2-40B4-BE49-F238E27FC236}">
                <a16:creationId xmlns:a16="http://schemas.microsoft.com/office/drawing/2014/main" id="{5B2B7F4B-C37B-49D1-A489-C9F0A1EE93AE}"/>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5B41D2B-FB9F-4B9D-AB4F-ADF1B8C6F680}"/>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DE36754-7FD3-4092-8C40-E541B948B59F}"/>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98AB425E-5ED1-465B-B4B5-203AE76DABAC}"/>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知识点</a:t>
            </a:r>
          </a:p>
        </p:txBody>
      </p:sp>
      <p:sp>
        <p:nvSpPr>
          <p:cNvPr id="10" name="">
            <a:extLst xmlns:a="http://schemas.openxmlformats.org/drawingml/2006/main">
              <a:ext uri="{FF2B5EF4-FFF2-40B4-BE49-F238E27FC236}">
                <a16:creationId xmlns:a16="http://schemas.microsoft.com/office/drawing/2014/main" id="{4DEAB3ED-0913-4665-9E5C-BFA4CF7A6E99}"/>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情景意识示意图</a:t>
            </a:r>
          </a:p>
        </p:txBody>
      </p:sp>
      <p:sp>
        <p:nvSpPr>
          <p:cNvPr id="11" name="">
            <a:extLst xmlns:a="http://schemas.openxmlformats.org/drawingml/2006/main">
              <a:ext uri="{FF2B5EF4-FFF2-40B4-BE49-F238E27FC236}">
                <a16:creationId xmlns:a16="http://schemas.microsoft.com/office/drawing/2014/main" id="{F341AE09-75AA-4A02-A001-D5CF2F2C9DDF}"/>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374F3B-8679-4094-9DC3-341EC47B992F}"/>
              </a:ext>
            </a:extLst>
          </p:cNvPr>
          <p:cNvSpPr>
            <a:spLocks xmlns:a="http://schemas.openxmlformats.org/drawingml/2006/main" noGrp="1"/>
          </p:cNvSpPr>
          <p:nvPr/>
        </p:nvSpPr>
        <p:spPr>
          <a:xfrm xmlns:a="http://schemas.openxmlformats.org/drawingml/2006/main">
            <a:off x="1123950" y="2381250"/>
            <a:ext cx="9944100" cy="3638550"/>
          </a:xfrm>
          <a:prstGeom xmlns:a="http://schemas.openxmlformats.org/drawingml/2006/main" prst="roundRect">
            <a:avLst>
              <a:gd name="adj" fmla="val 4188"/>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67f0c11376643de"/>
          <a:stretch xmlns:a="http://schemas.openxmlformats.org/drawingml/2006/main"/>
        </p:blipFill>
        <p:spPr>
          <a:xfrm xmlns:a="http://schemas.openxmlformats.org/drawingml/2006/main">
            <a:off x="3674072" y="2571750"/>
            <a:ext cx="4843857" cy="3257550"/>
          </a:xfrm>
          <a:prstGeom xmlns:a="http://schemas.openxmlformats.org/drawingml/2006/main" prst="roundRect">
            <a:avLst>
              <a:gd name="adj" fmla="val 3509"/>
            </a:avLst>
          </a:prstGeom>
        </p:spPr>
      </p:pic>
    </p:spTree>
    <p:extLst>
      <p:ext uri="{BB962C8B-B14F-4D97-AF65-F5344CB8AC3E}">
        <p14:creationId xmlns:p14="http://schemas.microsoft.com/office/powerpoint/2010/main" val="933045661"/>
      </p:ext>
    </p:extLst>
  </p:cSld>
</p:sld>
</file>

<file path=ppt/slides/slide11.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A5D7B6-22AC-4AA7-9E62-180F98A16136}"/>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B9152F-189C-4D2A-B630-FECE63831194}"/>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A5A209-4E1D-4D9D-83FC-D17A8843BC3A}"/>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02</a:t>
            </a:r>
          </a:p>
        </p:txBody>
      </p:sp>
      <p:sp>
        <p:nvSpPr>
          <p:cNvPr id="4" name="">
            <a:extLst xmlns:a="http://schemas.openxmlformats.org/drawingml/2006/main">
              <a:ext uri="{FF2B5EF4-FFF2-40B4-BE49-F238E27FC236}">
                <a16:creationId xmlns:a16="http://schemas.microsoft.com/office/drawing/2014/main" id="{265074EA-1632-4056-90C4-F5CF6D0F7FAA}"/>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2、做题的原则</a:t>
            </a:r>
          </a:p>
        </p:txBody>
      </p:sp>
      <p:sp>
        <p:nvSpPr>
          <p:cNvPr id="5" name="">
            <a:extLst xmlns:a="http://schemas.openxmlformats.org/drawingml/2006/main">
              <a:ext uri="{FF2B5EF4-FFF2-40B4-BE49-F238E27FC236}">
                <a16:creationId xmlns:a16="http://schemas.microsoft.com/office/drawing/2014/main" id="{5FA19859-FAC1-451B-B466-946E4BCC94D8}"/>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2759A0B7-28FD-4A0A-A30E-63B9E68DDC98}"/>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661F1FE2-7F5F-44CE-A3F5-ACF70C4E0B4E}"/>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067332212"/>
      </p:ext>
    </p:extLst>
  </p:cSld>
</p:sld>
</file>

<file path=ppt/slides/slide12.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FD3DF05-58DE-40AB-B5CF-29805FECA7F7}"/>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352FFC-C370-4054-AB22-8A3CF52FDF13}"/>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B42C63-17D6-4B69-A774-7DAC75382DD6}"/>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826190-4CFD-4B65-A9E6-B840529A3D31}"/>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做题原则</a:t>
            </a:r>
          </a:p>
        </p:txBody>
      </p:sp>
      <p:sp>
        <p:nvSpPr>
          <p:cNvPr id="5" name="">
            <a:extLst xmlns:a="http://schemas.openxmlformats.org/drawingml/2006/main">
              <a:ext uri="{FF2B5EF4-FFF2-40B4-BE49-F238E27FC236}">
                <a16:creationId xmlns:a16="http://schemas.microsoft.com/office/drawing/2014/main" id="{F6666EED-4ED5-4726-817A-CD11C8976B04}"/>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12</a:t>
            </a:r>
          </a:p>
        </p:txBody>
      </p:sp>
      <p:sp>
        <p:nvSpPr>
          <p:cNvPr id="6" name="">
            <a:extLst xmlns:a="http://schemas.openxmlformats.org/drawingml/2006/main">
              <a:ext uri="{FF2B5EF4-FFF2-40B4-BE49-F238E27FC236}">
                <a16:creationId xmlns:a16="http://schemas.microsoft.com/office/drawing/2014/main" id="{4AB9D68F-5080-44D4-84C8-ACFE46D4536C}"/>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A58EBD-80F9-4F45-998A-77B341EF6191}"/>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005F34-97BA-44BA-BA27-D0F01DE70B5E}"/>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CEFABE48-DC9B-4121-9E05-08208D24CB7E}"/>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做题原则</a:t>
            </a:r>
          </a:p>
        </p:txBody>
      </p:sp>
      <p:sp>
        <p:nvSpPr>
          <p:cNvPr id="10" name="">
            <a:extLst xmlns:a="http://schemas.openxmlformats.org/drawingml/2006/main">
              <a:ext uri="{FF2B5EF4-FFF2-40B4-BE49-F238E27FC236}">
                <a16:creationId xmlns:a16="http://schemas.microsoft.com/office/drawing/2014/main" id="{AEC96997-30C7-453F-B2F3-1603A28BD471}"/>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原则一：能复述全部，就复述全部</a:t>
            </a:r>
          </a:p>
        </p:txBody>
      </p:sp>
      <p:sp>
        <p:nvSpPr>
          <p:cNvPr id="11" name="">
            <a:extLst xmlns:a="http://schemas.openxmlformats.org/drawingml/2006/main">
              <a:ext uri="{FF2B5EF4-FFF2-40B4-BE49-F238E27FC236}">
                <a16:creationId xmlns:a16="http://schemas.microsoft.com/office/drawing/2014/main" id="{C6F6BA3F-8100-46FD-B25A-145BCE7B8C6F}"/>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871D82-50F9-427E-936E-B766E7B7F0B9}"/>
              </a:ext>
            </a:extLst>
          </p:cNvPr>
          <p:cNvSpPr>
            <a:spLocks xmlns:a="http://schemas.openxmlformats.org/drawingml/2006/main" noGrp="1"/>
          </p:cNvSpPr>
          <p:nvPr/>
        </p:nvSpPr>
        <p:spPr>
          <a:xfrm xmlns:a="http://schemas.openxmlformats.org/drawingml/2006/main">
            <a:off x="838200" y="2533650"/>
            <a:ext cx="1051560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5AC0FF0-1B13-4017-A10D-91F0B0B4892D}"/>
              </a:ext>
            </a:extLst>
          </p:cNvPr>
          <p:cNvSpPr>
            <a:spLocks xmlns:a="http://schemas.openxmlformats.org/drawingml/2006/main" noGrp="1"/>
          </p:cNvSpPr>
          <p:nvPr/>
        </p:nvSpPr>
        <p:spPr>
          <a:xfrm xmlns:a="http://schemas.openxmlformats.org/drawingml/2006/main">
            <a:off x="1085850" y="2781300"/>
            <a:ext cx="47625" cy="15049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04C1DE43-BF20-4526-BF6A-3B3AC013A77D}"/>
              </a:ext>
            </a:extLst>
          </p:cNvPr>
          <p:cNvSpPr>
            <a:spLocks xmlns:a="http://schemas.openxmlformats.org/drawingml/2006/main" noGrp="1"/>
          </p:cNvSpPr>
          <p:nvPr/>
        </p:nvSpPr>
        <p:spPr>
          <a:xfrm xmlns:a="http://schemas.openxmlformats.org/drawingml/2006/main">
            <a:off x="1390650" y="2857500"/>
            <a:ext cx="962025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875">
                <a:solidFill>
                  <a:srgbClr val="172B4D"/>
                </a:solidFill>
              </a:defRPr>
            </a:pPr>
            <a:r>
              <a:rPr lang="zh-CN" altLang="en-US" sz="1875">
                <a:solidFill>
                  <a:srgbClr val="172B4D"/>
                </a:solidFill>
              </a:rPr>
              <a:t>如果能复述全部内容，就复述全部，不需要考虑哪些用说哪些不用说、哪些怎么说；这样做至少肯定不会错（包括语法结构）。</a:t>
            </a:r>
          </a:p>
        </p:txBody>
      </p:sp>
      <p:sp>
        <p:nvSpPr>
          <p:cNvPr id="15" name="">
            <a:extLst xmlns:a="http://schemas.openxmlformats.org/drawingml/2006/main">
              <a:ext uri="{FF2B5EF4-FFF2-40B4-BE49-F238E27FC236}">
                <a16:creationId xmlns:a16="http://schemas.microsoft.com/office/drawing/2014/main" id="{FFD33697-EB7F-4F09-90DC-E8834D0ED993}"/>
              </a:ext>
            </a:extLst>
          </p:cNvPr>
          <p:cNvSpPr>
            <a:spLocks xmlns:a="http://schemas.openxmlformats.org/drawingml/2006/main" noGrp="1"/>
          </p:cNvSpPr>
          <p:nvPr/>
        </p:nvSpPr>
        <p:spPr>
          <a:xfrm xmlns:a="http://schemas.openxmlformats.org/drawingml/2006/main">
            <a:off x="838200" y="4953000"/>
            <a:ext cx="20002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7F73CF2-8695-4B7D-AB17-65B23877FCB4}"/>
              </a:ext>
            </a:extLst>
          </p:cNvPr>
          <p:cNvSpPr>
            <a:spLocks xmlns:a="http://schemas.openxmlformats.org/drawingml/2006/main" noGrp="1"/>
          </p:cNvSpPr>
          <p:nvPr/>
        </p:nvSpPr>
        <p:spPr>
          <a:xfrm xmlns:a="http://schemas.openxmlformats.org/drawingml/2006/main">
            <a:off x="838200" y="5029200"/>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例：SIA852-7</a:t>
            </a:r>
          </a:p>
        </p:txBody>
      </p:sp>
      <p:sp>
        <p:nvSpPr>
          <p:cNvPr id="17" name="">
            <a:extLst xmlns:a="http://schemas.openxmlformats.org/drawingml/2006/main">
              <a:ext uri="{FF2B5EF4-FFF2-40B4-BE49-F238E27FC236}">
                <a16:creationId xmlns:a16="http://schemas.microsoft.com/office/drawing/2014/main" id="{3F4A2A19-9362-44F8-9B14-61CE38A3F597}"/>
              </a:ext>
            </a:extLst>
          </p:cNvPr>
          <p:cNvSpPr>
            <a:spLocks xmlns:a="http://schemas.openxmlformats.org/drawingml/2006/main" noGrp="1"/>
          </p:cNvSpPr>
          <p:nvPr/>
        </p:nvSpPr>
        <p:spPr>
          <a:xfrm xmlns:a="http://schemas.openxmlformats.org/drawingml/2006/main">
            <a:off x="3048000" y="4953000"/>
            <a:ext cx="21907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B93A790-1823-48E5-B5D1-1BD022F66CCC}"/>
              </a:ext>
            </a:extLst>
          </p:cNvPr>
          <p:cNvSpPr>
            <a:spLocks xmlns:a="http://schemas.openxmlformats.org/drawingml/2006/main" noGrp="1"/>
          </p:cNvSpPr>
          <p:nvPr/>
        </p:nvSpPr>
        <p:spPr>
          <a:xfrm xmlns:a="http://schemas.openxmlformats.org/drawingml/2006/main">
            <a:off x="3048000" y="5029200"/>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例：ACA121-18</a:t>
            </a:r>
          </a:p>
        </p:txBody>
      </p:sp>
    </p:spTree>
    <p:extLst>
      <p:ext uri="{BB962C8B-B14F-4D97-AF65-F5344CB8AC3E}">
        <p14:creationId xmlns:p14="http://schemas.microsoft.com/office/powerpoint/2010/main" val="1442237883"/>
      </p:ext>
    </p:extLst>
  </p:cSld>
</p:sld>
</file>

<file path=ppt/slides/slide13.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DFE34E4-CD1A-4B72-9D43-530761EF05CD}"/>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CCD398-F8C9-4DC6-A4A3-FB1C38802471}"/>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AB948D-5F21-4E47-8F99-A057B1118AA2}"/>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4A40CC-C828-497A-84DA-F2D2DB69D4D8}"/>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做题原则</a:t>
            </a:r>
          </a:p>
        </p:txBody>
      </p:sp>
      <p:sp>
        <p:nvSpPr>
          <p:cNvPr id="5" name="">
            <a:extLst xmlns:a="http://schemas.openxmlformats.org/drawingml/2006/main">
              <a:ext uri="{FF2B5EF4-FFF2-40B4-BE49-F238E27FC236}">
                <a16:creationId xmlns:a16="http://schemas.microsoft.com/office/drawing/2014/main" id="{F1CCAB85-AF62-4228-A787-C80072C42870}"/>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13</a:t>
            </a:r>
          </a:p>
        </p:txBody>
      </p:sp>
      <p:sp>
        <p:nvSpPr>
          <p:cNvPr id="6" name="">
            <a:extLst xmlns:a="http://schemas.openxmlformats.org/drawingml/2006/main">
              <a:ext uri="{FF2B5EF4-FFF2-40B4-BE49-F238E27FC236}">
                <a16:creationId xmlns:a16="http://schemas.microsoft.com/office/drawing/2014/main" id="{D918F7B2-CF15-4788-8B7A-E11D191B7600}"/>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86977F-788F-46E6-8DB4-E94B33C8ECE8}"/>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64E1CD-2EF0-4B6C-9484-96C3B9D32C3E}"/>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DF53BE11-DEFA-4962-B90E-896E16172267}"/>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做题原则</a:t>
            </a:r>
          </a:p>
        </p:txBody>
      </p:sp>
      <p:sp>
        <p:nvSpPr>
          <p:cNvPr id="10" name="">
            <a:extLst xmlns:a="http://schemas.openxmlformats.org/drawingml/2006/main">
              <a:ext uri="{FF2B5EF4-FFF2-40B4-BE49-F238E27FC236}">
                <a16:creationId xmlns:a16="http://schemas.microsoft.com/office/drawing/2014/main" id="{F31C3686-CC97-4C7B-8D6A-928E212C17EC}"/>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原则二：能替代时，再用替代词</a:t>
            </a:r>
          </a:p>
        </p:txBody>
      </p:sp>
      <p:sp>
        <p:nvSpPr>
          <p:cNvPr id="11" name="">
            <a:extLst xmlns:a="http://schemas.openxmlformats.org/drawingml/2006/main">
              <a:ext uri="{FF2B5EF4-FFF2-40B4-BE49-F238E27FC236}">
                <a16:creationId xmlns:a16="http://schemas.microsoft.com/office/drawing/2014/main" id="{62A26418-AE06-456C-BBD5-D97435629785}"/>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3202A5B-DF9B-427D-BA10-43C8B059A19F}"/>
              </a:ext>
            </a:extLst>
          </p:cNvPr>
          <p:cNvSpPr>
            <a:spLocks xmlns:a="http://schemas.openxmlformats.org/drawingml/2006/main" noGrp="1"/>
          </p:cNvSpPr>
          <p:nvPr/>
        </p:nvSpPr>
        <p:spPr>
          <a:xfrm xmlns:a="http://schemas.openxmlformats.org/drawingml/2006/main">
            <a:off x="838200" y="2590800"/>
            <a:ext cx="10515600" cy="219075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7E014BA-C3EB-46D2-B8B8-86745A68D7F1}"/>
              </a:ext>
            </a:extLst>
          </p:cNvPr>
          <p:cNvSpPr>
            <a:spLocks xmlns:a="http://schemas.openxmlformats.org/drawingml/2006/main" noGrp="1"/>
          </p:cNvSpPr>
          <p:nvPr/>
        </p:nvSpPr>
        <p:spPr>
          <a:xfrm xmlns:a="http://schemas.openxmlformats.org/drawingml/2006/main">
            <a:off x="1390650" y="3143250"/>
            <a:ext cx="75057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025" b="1">
                <a:solidFill>
                  <a:srgbClr val="14315B"/>
                </a:solidFill>
              </a:defRPr>
            </a:pPr>
            <a:r>
              <a:rPr lang="zh-CN" altLang="en-US" sz="2025" b="1">
                <a:solidFill>
                  <a:srgbClr val="14315B"/>
                </a:solidFill>
              </a:rPr>
              <a:t>若确定能用 roger、wilco 等词代替，再用这些词代替。</a:t>
            </a:r>
          </a:p>
        </p:txBody>
      </p:sp>
      <p:sp>
        <p:nvSpPr>
          <p:cNvPr id="14" name="">
            <a:extLst xmlns:a="http://schemas.openxmlformats.org/drawingml/2006/main">
              <a:ext uri="{FF2B5EF4-FFF2-40B4-BE49-F238E27FC236}">
                <a16:creationId xmlns:a16="http://schemas.microsoft.com/office/drawing/2014/main" id="{8BBBF100-2AE4-4477-893F-D32CAE44D5DC}"/>
              </a:ext>
            </a:extLst>
          </p:cNvPr>
          <p:cNvSpPr>
            <a:spLocks xmlns:a="http://schemas.openxmlformats.org/drawingml/2006/main" noGrp="1"/>
          </p:cNvSpPr>
          <p:nvPr/>
        </p:nvSpPr>
        <p:spPr>
          <a:xfrm xmlns:a="http://schemas.openxmlformats.org/drawingml/2006/main">
            <a:off x="9010650" y="3067050"/>
            <a:ext cx="14097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C92AD0-BE1F-4B5F-BB9B-B467D55676BB}"/>
              </a:ext>
            </a:extLst>
          </p:cNvPr>
          <p:cNvSpPr>
            <a:spLocks xmlns:a="http://schemas.openxmlformats.org/drawingml/2006/main" noGrp="1"/>
          </p:cNvSpPr>
          <p:nvPr/>
        </p:nvSpPr>
        <p:spPr>
          <a:xfrm xmlns:a="http://schemas.openxmlformats.org/drawingml/2006/main">
            <a:off x="9010650" y="314325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roger</a:t>
            </a:r>
          </a:p>
        </p:txBody>
      </p:sp>
      <p:sp>
        <p:nvSpPr>
          <p:cNvPr id="16" name="">
            <a:extLst xmlns:a="http://schemas.openxmlformats.org/drawingml/2006/main">
              <a:ext uri="{FF2B5EF4-FFF2-40B4-BE49-F238E27FC236}">
                <a16:creationId xmlns:a16="http://schemas.microsoft.com/office/drawing/2014/main" id="{CA5EFA49-9399-48D3-9F01-45C63A1816D7}"/>
              </a:ext>
            </a:extLst>
          </p:cNvPr>
          <p:cNvSpPr>
            <a:spLocks xmlns:a="http://schemas.openxmlformats.org/drawingml/2006/main" noGrp="1"/>
          </p:cNvSpPr>
          <p:nvPr/>
        </p:nvSpPr>
        <p:spPr>
          <a:xfrm xmlns:a="http://schemas.openxmlformats.org/drawingml/2006/main">
            <a:off x="9010650" y="3600450"/>
            <a:ext cx="1409700" cy="361950"/>
          </a:xfrm>
          <a:prstGeom xmlns:a="http://schemas.openxmlformats.org/drawingml/2006/main" prst="roundRect">
            <a:avLst>
              <a:gd name="adj" fmla="val 50000"/>
            </a:avLst>
          </a:prstGeom>
          <a:solidFill xmlns:a="http://schemas.openxmlformats.org/drawingml/2006/main">
            <a:srgbClr val="EEF6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18D60A6-0D56-4A2B-A9AE-8B9C59CB603D}"/>
              </a:ext>
            </a:extLst>
          </p:cNvPr>
          <p:cNvSpPr>
            <a:spLocks xmlns:a="http://schemas.openxmlformats.org/drawingml/2006/main" noGrp="1"/>
          </p:cNvSpPr>
          <p:nvPr/>
        </p:nvSpPr>
        <p:spPr>
          <a:xfrm xmlns:a="http://schemas.openxmlformats.org/drawingml/2006/main">
            <a:off x="9010650" y="367665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wilco</a:t>
            </a:r>
          </a:p>
        </p:txBody>
      </p:sp>
      <p:sp>
        <p:nvSpPr>
          <p:cNvPr id="18" name="">
            <a:extLst xmlns:a="http://schemas.openxmlformats.org/drawingml/2006/main">
              <a:ext uri="{FF2B5EF4-FFF2-40B4-BE49-F238E27FC236}">
                <a16:creationId xmlns:a16="http://schemas.microsoft.com/office/drawing/2014/main" id="{72969D47-15E9-4EA8-943A-456B7490272B}"/>
              </a:ext>
            </a:extLst>
          </p:cNvPr>
          <p:cNvSpPr>
            <a:spLocks xmlns:a="http://schemas.openxmlformats.org/drawingml/2006/main" noGrp="1"/>
          </p:cNvSpPr>
          <p:nvPr/>
        </p:nvSpPr>
        <p:spPr>
          <a:xfrm xmlns:a="http://schemas.openxmlformats.org/drawingml/2006/main">
            <a:off x="838200" y="5143500"/>
            <a:ext cx="20193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4FE866B-0CCD-4028-AE4B-6F821A9987C8}"/>
              </a:ext>
            </a:extLst>
          </p:cNvPr>
          <p:cNvSpPr>
            <a:spLocks xmlns:a="http://schemas.openxmlformats.org/drawingml/2006/main" noGrp="1"/>
          </p:cNvSpPr>
          <p:nvPr/>
        </p:nvSpPr>
        <p:spPr>
          <a:xfrm xmlns:a="http://schemas.openxmlformats.org/drawingml/2006/main">
            <a:off x="838200" y="52197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例：QFA923-4</a:t>
            </a:r>
          </a:p>
        </p:txBody>
      </p:sp>
    </p:spTree>
    <p:extLst>
      <p:ext uri="{BB962C8B-B14F-4D97-AF65-F5344CB8AC3E}">
        <p14:creationId xmlns:p14="http://schemas.microsoft.com/office/powerpoint/2010/main" val="1981601847"/>
      </p:ext>
    </p:extLst>
  </p:cSld>
</p:sld>
</file>

<file path=ppt/slides/slide14.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363E9D-D3C9-4EA7-923D-E0796FE05FCA}"/>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1AB15B-4EC8-4D4F-A215-DCD0BE7E851E}"/>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A947DD-81A8-4519-A9D3-8E98B98D12E2}"/>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361190-0298-4DEF-82B5-1C12F9565CED}"/>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做题原则</a:t>
            </a:r>
          </a:p>
        </p:txBody>
      </p:sp>
      <p:sp>
        <p:nvSpPr>
          <p:cNvPr id="5" name="">
            <a:extLst xmlns:a="http://schemas.openxmlformats.org/drawingml/2006/main">
              <a:ext uri="{FF2B5EF4-FFF2-40B4-BE49-F238E27FC236}">
                <a16:creationId xmlns:a16="http://schemas.microsoft.com/office/drawing/2014/main" id="{552B947A-E288-4D12-8A26-A540B1E0E8DC}"/>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14</a:t>
            </a:r>
          </a:p>
        </p:txBody>
      </p:sp>
      <p:sp>
        <p:nvSpPr>
          <p:cNvPr id="6" name="">
            <a:extLst xmlns:a="http://schemas.openxmlformats.org/drawingml/2006/main">
              <a:ext uri="{FF2B5EF4-FFF2-40B4-BE49-F238E27FC236}">
                <a16:creationId xmlns:a16="http://schemas.microsoft.com/office/drawing/2014/main" id="{CF512B02-5EA0-46AB-9DCA-D5144C90C5CC}"/>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5F7CE8-5D17-4CBE-B4B0-C2CFC76757DB}"/>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74EC0E-7396-4175-9692-3C7266A9B508}"/>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90CB8C8B-DBA9-4D72-BDB9-017D7BF566F6}"/>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做题原则</a:t>
            </a:r>
          </a:p>
        </p:txBody>
      </p:sp>
      <p:sp>
        <p:nvSpPr>
          <p:cNvPr id="10" name="">
            <a:extLst xmlns:a="http://schemas.openxmlformats.org/drawingml/2006/main">
              <a:ext uri="{FF2B5EF4-FFF2-40B4-BE49-F238E27FC236}">
                <a16:creationId xmlns:a16="http://schemas.microsoft.com/office/drawing/2014/main" id="{74977BA2-4355-4478-AED7-468533BB84E3}"/>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原则三：不确定的信息，宁可不说</a:t>
            </a:r>
          </a:p>
        </p:txBody>
      </p:sp>
      <p:sp>
        <p:nvSpPr>
          <p:cNvPr id="11" name="">
            <a:extLst xmlns:a="http://schemas.openxmlformats.org/drawingml/2006/main">
              <a:ext uri="{FF2B5EF4-FFF2-40B4-BE49-F238E27FC236}">
                <a16:creationId xmlns:a16="http://schemas.microsoft.com/office/drawing/2014/main" id="{9ED9C77D-C946-4D5F-B59B-D6A96FF3F073}"/>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CC6688-AABD-406B-96F2-65975E82B166}"/>
              </a:ext>
            </a:extLst>
          </p:cNvPr>
          <p:cNvSpPr>
            <a:spLocks xmlns:a="http://schemas.openxmlformats.org/drawingml/2006/main" noGrp="1"/>
          </p:cNvSpPr>
          <p:nvPr/>
        </p:nvSpPr>
        <p:spPr>
          <a:xfrm xmlns:a="http://schemas.openxmlformats.org/drawingml/2006/main">
            <a:off x="838200" y="2533650"/>
            <a:ext cx="10515600" cy="217170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5773477C-A280-4CAB-96A3-3DCC687FE851}"/>
              </a:ext>
            </a:extLst>
          </p:cNvPr>
          <p:cNvSpPr>
            <a:spLocks xmlns:a="http://schemas.openxmlformats.org/drawingml/2006/main" noGrp="1"/>
          </p:cNvSpPr>
          <p:nvPr/>
        </p:nvSpPr>
        <p:spPr>
          <a:xfrm xmlns:a="http://schemas.openxmlformats.org/drawingml/2006/main">
            <a:off x="1085850" y="2781300"/>
            <a:ext cx="47625" cy="16764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D8835018-3AC2-497D-8E3B-F661462B21ED}"/>
              </a:ext>
            </a:extLst>
          </p:cNvPr>
          <p:cNvSpPr>
            <a:spLocks xmlns:a="http://schemas.openxmlformats.org/drawingml/2006/main" noGrp="1"/>
          </p:cNvSpPr>
          <p:nvPr/>
        </p:nvSpPr>
        <p:spPr>
          <a:xfrm xmlns:a="http://schemas.openxmlformats.org/drawingml/2006/main">
            <a:off x="1390650" y="2857500"/>
            <a:ext cx="9620250" cy="1524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800">
                <a:solidFill>
                  <a:srgbClr val="172B4D"/>
                </a:solidFill>
              </a:defRPr>
            </a:pPr>
            <a:r>
              <a:rPr lang="zh-CN" altLang="en-US" sz="1800">
                <a:solidFill>
                  <a:srgbClr val="172B4D"/>
                </a:solidFill>
              </a:rPr>
              <a:t>对于可能没听清楚的题干信息，说错了的代价远远大于没说的代价；因此，对于不确定的信心宁可不说，不要瞎编。特情题的信息可用模糊概念代替。</a:t>
            </a:r>
          </a:p>
        </p:txBody>
      </p:sp>
      <p:sp>
        <p:nvSpPr>
          <p:cNvPr id="15" name="">
            <a:extLst xmlns:a="http://schemas.openxmlformats.org/drawingml/2006/main">
              <a:ext uri="{FF2B5EF4-FFF2-40B4-BE49-F238E27FC236}">
                <a16:creationId xmlns:a16="http://schemas.microsoft.com/office/drawing/2014/main" id="{A15F26D3-73E4-4D28-99CA-5D75874995CE}"/>
              </a:ext>
            </a:extLst>
          </p:cNvPr>
          <p:cNvSpPr>
            <a:spLocks xmlns:a="http://schemas.openxmlformats.org/drawingml/2006/main" noGrp="1"/>
          </p:cNvSpPr>
          <p:nvPr/>
        </p:nvSpPr>
        <p:spPr>
          <a:xfrm xmlns:a="http://schemas.openxmlformats.org/drawingml/2006/main">
            <a:off x="838200" y="5105400"/>
            <a:ext cx="21336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04911C-FB0F-4621-A82E-CB9F5BEF6CB2}"/>
              </a:ext>
            </a:extLst>
          </p:cNvPr>
          <p:cNvSpPr>
            <a:spLocks xmlns:a="http://schemas.openxmlformats.org/drawingml/2006/main" noGrp="1"/>
          </p:cNvSpPr>
          <p:nvPr/>
        </p:nvSpPr>
        <p:spPr>
          <a:xfrm xmlns:a="http://schemas.openxmlformats.org/drawingml/2006/main">
            <a:off x="838200" y="5181600"/>
            <a:ext cx="2133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例：QFA923-15</a:t>
            </a:r>
          </a:p>
        </p:txBody>
      </p:sp>
    </p:spTree>
    <p:extLst>
      <p:ext uri="{BB962C8B-B14F-4D97-AF65-F5344CB8AC3E}">
        <p14:creationId xmlns:p14="http://schemas.microsoft.com/office/powerpoint/2010/main" val="541247751"/>
      </p:ext>
    </p:extLst>
  </p:cSld>
</p:sld>
</file>

<file path=ppt/slides/slide15.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5EADFB-5892-4B2D-A401-FE7E5878A709}"/>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AEF438-7729-4D8D-AD87-ECEFFD696297}"/>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414208-E22E-4D0A-B330-EF390887DC0D}"/>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03</a:t>
            </a:r>
          </a:p>
        </p:txBody>
      </p:sp>
      <p:sp>
        <p:nvSpPr>
          <p:cNvPr id="4" name="">
            <a:extLst xmlns:a="http://schemas.openxmlformats.org/drawingml/2006/main">
              <a:ext uri="{FF2B5EF4-FFF2-40B4-BE49-F238E27FC236}">
                <a16:creationId xmlns:a16="http://schemas.microsoft.com/office/drawing/2014/main" id="{071CC9FE-2B09-4157-BA81-EC3A91AA1476}"/>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3、roger 与 wilco 的用法</a:t>
            </a:r>
          </a:p>
        </p:txBody>
      </p:sp>
      <p:sp>
        <p:nvSpPr>
          <p:cNvPr id="5" name="">
            <a:extLst xmlns:a="http://schemas.openxmlformats.org/drawingml/2006/main">
              <a:ext uri="{FF2B5EF4-FFF2-40B4-BE49-F238E27FC236}">
                <a16:creationId xmlns:a16="http://schemas.microsoft.com/office/drawing/2014/main" id="{790D7CF7-0D23-4C6C-819D-62E87594DE50}"/>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AC9FE589-2FD1-4918-BB1A-7E0DF699E560}"/>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82DFE1D2-F14F-4E15-9064-57A298FCB2F8}"/>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7685166"/>
      </p:ext>
    </p:extLst>
  </p:cSld>
</p:sld>
</file>

<file path=ppt/slides/slide16.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8D03E85-ACAB-4495-9ECA-2DA07BB0D9C1}"/>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E3C7C1-2DDA-40D0-8967-7384120EF985}"/>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CD4B62-A44B-426D-905D-CEFB10BF04D0}"/>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3079E6-7E94-4D87-A54F-A238C148A291}"/>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roger 与 wilco</a:t>
            </a:r>
          </a:p>
        </p:txBody>
      </p:sp>
      <p:sp>
        <p:nvSpPr>
          <p:cNvPr id="5" name="">
            <a:extLst xmlns:a="http://schemas.openxmlformats.org/drawingml/2006/main">
              <a:ext uri="{FF2B5EF4-FFF2-40B4-BE49-F238E27FC236}">
                <a16:creationId xmlns:a16="http://schemas.microsoft.com/office/drawing/2014/main" id="{39156640-9A9E-4795-A7A4-CD6C840988F9}"/>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16</a:t>
            </a:r>
          </a:p>
        </p:txBody>
      </p:sp>
      <p:sp>
        <p:nvSpPr>
          <p:cNvPr id="6" name="">
            <a:extLst xmlns:a="http://schemas.openxmlformats.org/drawingml/2006/main">
              <a:ext uri="{FF2B5EF4-FFF2-40B4-BE49-F238E27FC236}">
                <a16:creationId xmlns:a16="http://schemas.microsoft.com/office/drawing/2014/main" id="{547C7CC7-F404-4CFC-AD12-8FCDFAEFAF3C}"/>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3D4A8D-287B-4054-B3BC-0FD7D9988078}"/>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9AB87F-8B5F-490D-AD4D-012CBFB94DEC}"/>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08E3D1B4-B5F7-4578-85F8-C37A55D49CA0}"/>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ROGER 与 WILCO</a:t>
            </a:r>
          </a:p>
        </p:txBody>
      </p:sp>
      <p:sp>
        <p:nvSpPr>
          <p:cNvPr id="10" name="">
            <a:extLst xmlns:a="http://schemas.openxmlformats.org/drawingml/2006/main">
              <a:ext uri="{FF2B5EF4-FFF2-40B4-BE49-F238E27FC236}">
                <a16:creationId xmlns:a16="http://schemas.microsoft.com/office/drawing/2014/main" id="{0E4CC3F9-CF38-48A4-9F17-E28B8A4F05FD}"/>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对于陆空通话题型中 ATC 的话的分类</a:t>
            </a:r>
          </a:p>
        </p:txBody>
      </p:sp>
      <p:sp>
        <p:nvSpPr>
          <p:cNvPr id="11" name="">
            <a:extLst xmlns:a="http://schemas.openxmlformats.org/drawingml/2006/main">
              <a:ext uri="{FF2B5EF4-FFF2-40B4-BE49-F238E27FC236}">
                <a16:creationId xmlns:a16="http://schemas.microsoft.com/office/drawing/2014/main" id="{A7AF3407-7233-486C-B50A-B703C59553C5}"/>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547560-28C3-4E2B-809A-E72D5157BF7C}"/>
              </a:ext>
            </a:extLst>
          </p:cNvPr>
          <p:cNvSpPr>
            <a:spLocks xmlns:a="http://schemas.openxmlformats.org/drawingml/2006/main" noGrp="1"/>
          </p:cNvSpPr>
          <p:nvPr/>
        </p:nvSpPr>
        <p:spPr>
          <a:xfrm xmlns:a="http://schemas.openxmlformats.org/drawingml/2006/main">
            <a:off x="1123950" y="2324100"/>
            <a:ext cx="9944100" cy="390525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3f436d5db6a4442"/>
          <a:stretch xmlns:a="http://schemas.openxmlformats.org/drawingml/2006/main"/>
        </p:blipFill>
        <p:spPr>
          <a:xfrm xmlns:a="http://schemas.openxmlformats.org/drawingml/2006/main">
            <a:off x="2817750" y="2514600"/>
            <a:ext cx="6556501"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734410976"/>
      </p:ext>
    </p:extLst>
  </p:cSld>
</p:sld>
</file>

<file path=ppt/slides/slide17.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526597-9C41-4508-B255-FC9A631D7B97}"/>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7B813B-F72B-460A-BEE7-0A5C8FF41A4E}"/>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ED6E6A-0DFD-4745-B745-3F954E715BFD}"/>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C2FB0D-0288-4604-815D-AFDF89A22033}"/>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roger 与 wilco</a:t>
            </a:r>
          </a:p>
        </p:txBody>
      </p:sp>
      <p:sp>
        <p:nvSpPr>
          <p:cNvPr id="5" name="">
            <a:extLst xmlns:a="http://schemas.openxmlformats.org/drawingml/2006/main">
              <a:ext uri="{FF2B5EF4-FFF2-40B4-BE49-F238E27FC236}">
                <a16:creationId xmlns:a16="http://schemas.microsoft.com/office/drawing/2014/main" id="{E603113D-76C2-4558-B958-FDEC760AE916}"/>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17</a:t>
            </a:r>
          </a:p>
        </p:txBody>
      </p:sp>
      <p:sp>
        <p:nvSpPr>
          <p:cNvPr id="6" name="">
            <a:extLst xmlns:a="http://schemas.openxmlformats.org/drawingml/2006/main">
              <a:ext uri="{FF2B5EF4-FFF2-40B4-BE49-F238E27FC236}">
                <a16:creationId xmlns:a16="http://schemas.microsoft.com/office/drawing/2014/main" id="{A1A84D94-96FE-4E78-8675-67BC1499FF3E}"/>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24304D-8E83-4A7E-A421-09A3E3580F8F}"/>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FE71B2-EEF1-4292-80D6-39E7FC3FDE4D}"/>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9643DCE0-DE4D-4BE6-9CE0-88FCC6C8BB82}"/>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ROGER 与 WILCO</a:t>
            </a:r>
          </a:p>
        </p:txBody>
      </p:sp>
      <p:sp>
        <p:nvSpPr>
          <p:cNvPr id="10" name="">
            <a:extLst xmlns:a="http://schemas.openxmlformats.org/drawingml/2006/main">
              <a:ext uri="{FF2B5EF4-FFF2-40B4-BE49-F238E27FC236}">
                <a16:creationId xmlns:a16="http://schemas.microsoft.com/office/drawing/2014/main" id="{728FA078-76F4-4D11-8C55-E9188B48FDC2}"/>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使用 roger 的情况</a:t>
            </a:r>
          </a:p>
        </p:txBody>
      </p:sp>
      <p:sp>
        <p:nvSpPr>
          <p:cNvPr id="11" name="">
            <a:extLst xmlns:a="http://schemas.openxmlformats.org/drawingml/2006/main">
              <a:ext uri="{FF2B5EF4-FFF2-40B4-BE49-F238E27FC236}">
                <a16:creationId xmlns:a16="http://schemas.microsoft.com/office/drawing/2014/main" id="{8E759D2B-7E39-4A31-874F-0E4BA02BF903}"/>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882FFA-6C48-446A-8A18-37BDE115D339}"/>
              </a:ext>
            </a:extLst>
          </p:cNvPr>
          <p:cNvSpPr>
            <a:spLocks xmlns:a="http://schemas.openxmlformats.org/drawingml/2006/main" noGrp="1"/>
          </p:cNvSpPr>
          <p:nvPr/>
        </p:nvSpPr>
        <p:spPr>
          <a:xfrm xmlns:a="http://schemas.openxmlformats.org/drawingml/2006/main">
            <a:off x="838200" y="2419350"/>
            <a:ext cx="10515600" cy="32766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D05F783-B8DA-4BD2-A8BD-CC8D5B99E2B4}"/>
              </a:ext>
            </a:extLst>
          </p:cNvPr>
          <p:cNvSpPr>
            <a:spLocks xmlns:a="http://schemas.openxmlformats.org/drawingml/2006/main" noGrp="1"/>
          </p:cNvSpPr>
          <p:nvPr/>
        </p:nvSpPr>
        <p:spPr>
          <a:xfrm xmlns:a="http://schemas.openxmlformats.org/drawingml/2006/main">
            <a:off x="1085850" y="2667000"/>
            <a:ext cx="47625" cy="27813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BA7505EA-2698-4F55-A9FE-67B918CD87C9}"/>
              </a:ext>
            </a:extLst>
          </p:cNvPr>
          <p:cNvSpPr>
            <a:spLocks xmlns:a="http://schemas.openxmlformats.org/drawingml/2006/main" noGrp="1"/>
          </p:cNvSpPr>
          <p:nvPr/>
        </p:nvSpPr>
        <p:spPr>
          <a:xfrm xmlns:a="http://schemas.openxmlformats.org/drawingml/2006/main">
            <a:off x="1390650" y="2743200"/>
            <a:ext cx="9620250" cy="2628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425">
                <a:solidFill>
                  <a:srgbClr val="172B4D"/>
                </a:solidFill>
              </a:defRPr>
            </a:pPr>
            <a:r>
              <a:rPr lang="zh-CN" altLang="en-US" sz="1425">
                <a:solidFill>
                  <a:srgbClr val="172B4D"/>
                </a:solidFill>
              </a:rPr>
              <a:t>1、QFA432-20   天气类信息</a:t>
            </a:r>
          </a:p>
          <a:p xmlns:a="http://schemas.openxmlformats.org/drawingml/2006/main">
            <a:pPr>
              <a:lnSpc>
                <a:spcPct val="125000"/>
              </a:lnSpc>
              <a:buNone/>
              <a:defRPr lang="zh-CN" altLang="en-US" sz="1425">
                <a:solidFill>
                  <a:srgbClr val="172B4D"/>
                </a:solidFill>
              </a:defRPr>
            </a:pPr>
            <a:r>
              <a:rPr lang="zh-CN" altLang="en-US" sz="1425">
                <a:solidFill>
                  <a:srgbClr val="172B4D"/>
                </a:solidFill>
              </a:rPr>
              <a:t>2、ACA121-9   （特殊，意为提醒飞行员检查起落架是否放下，可用 roger 也可不回复）</a:t>
            </a:r>
          </a:p>
          <a:p xmlns:a="http://schemas.openxmlformats.org/drawingml/2006/main">
            <a:pPr>
              <a:lnSpc>
                <a:spcPct val="125000"/>
              </a:lnSpc>
              <a:buNone/>
              <a:defRPr lang="zh-CN" altLang="en-US" sz="1425">
                <a:solidFill>
                  <a:srgbClr val="172B4D"/>
                </a:solidFill>
              </a:defRPr>
            </a:pPr>
            <a:r>
              <a:rPr lang="zh-CN" altLang="en-US" sz="1425">
                <a:solidFill>
                  <a:srgbClr val="172B4D"/>
                </a:solidFill>
              </a:rPr>
              <a:t>3、ACA121-15  天气类信息</a:t>
            </a:r>
          </a:p>
          <a:p xmlns:a="http://schemas.openxmlformats.org/drawingml/2006/main">
            <a:pPr>
              <a:lnSpc>
                <a:spcPct val="125000"/>
              </a:lnSpc>
              <a:buNone/>
              <a:defRPr lang="zh-CN" altLang="en-US" sz="1425">
                <a:solidFill>
                  <a:srgbClr val="172B4D"/>
                </a:solidFill>
              </a:defRPr>
            </a:pPr>
            <a:r>
              <a:rPr lang="zh-CN" altLang="en-US" sz="1425">
                <a:solidFill>
                  <a:srgbClr val="172B4D"/>
                </a:solidFill>
              </a:rPr>
              <a:t>4、QFA160-11  对飞行员的提醒</a:t>
            </a:r>
          </a:p>
          <a:p xmlns:a="http://schemas.openxmlformats.org/drawingml/2006/main">
            <a:pPr>
              <a:lnSpc>
                <a:spcPct val="125000"/>
              </a:lnSpc>
              <a:buNone/>
              <a:defRPr lang="zh-CN" altLang="en-US" sz="1425">
                <a:solidFill>
                  <a:srgbClr val="172B4D"/>
                </a:solidFill>
              </a:defRPr>
            </a:pPr>
            <a:r>
              <a:rPr lang="zh-CN" altLang="en-US" sz="1425">
                <a:solidFill>
                  <a:srgbClr val="172B4D"/>
                </a:solidFill>
              </a:rPr>
              <a:t>5、QFA923-4   预计延误的信息、解释</a:t>
            </a:r>
          </a:p>
          <a:p xmlns:a="http://schemas.openxmlformats.org/drawingml/2006/main">
            <a:pPr>
              <a:lnSpc>
                <a:spcPct val="125000"/>
              </a:lnSpc>
              <a:buNone/>
              <a:defRPr lang="zh-CN" altLang="en-US" sz="1425">
                <a:solidFill>
                  <a:srgbClr val="172B4D"/>
                </a:solidFill>
              </a:defRPr>
            </a:pPr>
            <a:r>
              <a:rPr lang="zh-CN" altLang="en-US" sz="1425">
                <a:solidFill>
                  <a:srgbClr val="172B4D"/>
                </a:solidFill>
              </a:rPr>
              <a:t>6、QFA923-7   对飞行员的解释</a:t>
            </a:r>
          </a:p>
        </p:txBody>
      </p:sp>
      <p:sp>
        <p:nvSpPr>
          <p:cNvPr id="15" name="">
            <a:extLst xmlns:a="http://schemas.openxmlformats.org/drawingml/2006/main">
              <a:ext uri="{FF2B5EF4-FFF2-40B4-BE49-F238E27FC236}">
                <a16:creationId xmlns:a16="http://schemas.microsoft.com/office/drawing/2014/main" id="{1602A4B3-8B8B-49A4-99ED-BC0035B447AC}"/>
              </a:ext>
            </a:extLst>
          </p:cNvPr>
          <p:cNvSpPr>
            <a:spLocks xmlns:a="http://schemas.openxmlformats.org/drawingml/2006/main" noGrp="1"/>
          </p:cNvSpPr>
          <p:nvPr/>
        </p:nvSpPr>
        <p:spPr>
          <a:xfrm xmlns:a="http://schemas.openxmlformats.org/drawingml/2006/main">
            <a:off x="9315450" y="1981200"/>
            <a:ext cx="14287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1CE1C8-F686-4F5F-A1C1-670F475BFD9E}"/>
              </a:ext>
            </a:extLst>
          </p:cNvPr>
          <p:cNvSpPr>
            <a:spLocks xmlns:a="http://schemas.openxmlformats.org/drawingml/2006/main" noGrp="1"/>
          </p:cNvSpPr>
          <p:nvPr/>
        </p:nvSpPr>
        <p:spPr>
          <a:xfrm xmlns:a="http://schemas.openxmlformats.org/drawingml/2006/main">
            <a:off x="9315450" y="20574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roger</a:t>
            </a:r>
          </a:p>
        </p:txBody>
      </p:sp>
    </p:spTree>
    <p:extLst>
      <p:ext uri="{BB962C8B-B14F-4D97-AF65-F5344CB8AC3E}">
        <p14:creationId xmlns:p14="http://schemas.microsoft.com/office/powerpoint/2010/main" val="1126728106"/>
      </p:ext>
    </p:extLst>
  </p:cSld>
</p:sld>
</file>

<file path=ppt/slides/slide18.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C9BAAF2-1910-4162-BC4E-FE11417E1453}"/>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919259-553B-4A06-AA87-C706A0169233}"/>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F88565-6AAD-4B3C-9D63-9CD0AFF850DE}"/>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C0BFA3-2604-4AB7-85BC-D36514432695}"/>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roger 与 wilco</a:t>
            </a:r>
          </a:p>
        </p:txBody>
      </p:sp>
      <p:sp>
        <p:nvSpPr>
          <p:cNvPr id="5" name="">
            <a:extLst xmlns:a="http://schemas.openxmlformats.org/drawingml/2006/main">
              <a:ext uri="{FF2B5EF4-FFF2-40B4-BE49-F238E27FC236}">
                <a16:creationId xmlns:a16="http://schemas.microsoft.com/office/drawing/2014/main" id="{0501207C-6B3E-4FB8-8B17-8368F81FF7D4}"/>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18</a:t>
            </a:r>
          </a:p>
        </p:txBody>
      </p:sp>
      <p:sp>
        <p:nvSpPr>
          <p:cNvPr id="6" name="">
            <a:extLst xmlns:a="http://schemas.openxmlformats.org/drawingml/2006/main">
              <a:ext uri="{FF2B5EF4-FFF2-40B4-BE49-F238E27FC236}">
                <a16:creationId xmlns:a16="http://schemas.microsoft.com/office/drawing/2014/main" id="{749265F7-F278-42D2-9F02-FE2982AC06AC}"/>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E663EE-3E62-4AD6-8827-1529D4270957}"/>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A20408-2268-4318-B5CA-9CC7927F1001}"/>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8C8ECF14-E4BC-45BA-BA0B-7C4F377743ED}"/>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ROGER 与 WILCO</a:t>
            </a:r>
          </a:p>
        </p:txBody>
      </p:sp>
      <p:sp>
        <p:nvSpPr>
          <p:cNvPr id="10" name="">
            <a:extLst xmlns:a="http://schemas.openxmlformats.org/drawingml/2006/main">
              <a:ext uri="{FF2B5EF4-FFF2-40B4-BE49-F238E27FC236}">
                <a16:creationId xmlns:a16="http://schemas.microsoft.com/office/drawing/2014/main" id="{0AD6931C-287E-4C71-B28F-214758D71CB5}"/>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使用 wilco 的情况</a:t>
            </a:r>
          </a:p>
        </p:txBody>
      </p:sp>
      <p:sp>
        <p:nvSpPr>
          <p:cNvPr id="11" name="">
            <a:extLst xmlns:a="http://schemas.openxmlformats.org/drawingml/2006/main">
              <a:ext uri="{FF2B5EF4-FFF2-40B4-BE49-F238E27FC236}">
                <a16:creationId xmlns:a16="http://schemas.microsoft.com/office/drawing/2014/main" id="{420CEE8A-C876-44B7-A4F7-954C387021B0}"/>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86BDB0-ABA4-4CD1-AD1C-56A5D0A7CF8E}"/>
              </a:ext>
            </a:extLst>
          </p:cNvPr>
          <p:cNvSpPr>
            <a:spLocks xmlns:a="http://schemas.openxmlformats.org/drawingml/2006/main" noGrp="1"/>
          </p:cNvSpPr>
          <p:nvPr/>
        </p:nvSpPr>
        <p:spPr>
          <a:xfrm xmlns:a="http://schemas.openxmlformats.org/drawingml/2006/main">
            <a:off x="838200" y="2743200"/>
            <a:ext cx="4781550" cy="2076450"/>
          </a:xfrm>
          <a:prstGeom xmlns:a="http://schemas.openxmlformats.org/drawingml/2006/main" prst="roundRect">
            <a:avLst>
              <a:gd name="adj" fmla="val 733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20340A7-B290-4671-96FD-743893A8EE94}"/>
              </a:ext>
            </a:extLst>
          </p:cNvPr>
          <p:cNvSpPr>
            <a:spLocks xmlns:a="http://schemas.openxmlformats.org/drawingml/2006/main" noGrp="1"/>
          </p:cNvSpPr>
          <p:nvPr/>
        </p:nvSpPr>
        <p:spPr>
          <a:xfrm xmlns:a="http://schemas.openxmlformats.org/drawingml/2006/main">
            <a:off x="1085850" y="2971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025" b="1">
                <a:solidFill>
                  <a:srgbClr val="14315B"/>
                </a:solidFill>
              </a:defRPr>
            </a:pPr>
            <a:r>
              <a:rPr lang="zh-CN" altLang="en-US" sz="2025" b="1">
                <a:solidFill>
                  <a:srgbClr val="14315B"/>
                </a:solidFill>
              </a:rPr>
              <a:t>例 1</a:t>
            </a:r>
          </a:p>
        </p:txBody>
      </p:sp>
      <p:sp>
        <p:nvSpPr>
          <p:cNvPr id="14" name="">
            <a:extLst xmlns:a="http://schemas.openxmlformats.org/drawingml/2006/main">
              <a:ext uri="{FF2B5EF4-FFF2-40B4-BE49-F238E27FC236}">
                <a16:creationId xmlns:a16="http://schemas.microsoft.com/office/drawing/2014/main" id="{6373DC8E-4FD1-4301-AA42-DD5B93E66CBC}"/>
              </a:ext>
            </a:extLst>
          </p:cNvPr>
          <p:cNvSpPr>
            <a:spLocks xmlns:a="http://schemas.openxmlformats.org/drawingml/2006/main" noGrp="1"/>
          </p:cNvSpPr>
          <p:nvPr/>
        </p:nvSpPr>
        <p:spPr>
          <a:xfrm xmlns:a="http://schemas.openxmlformats.org/drawingml/2006/main">
            <a:off x="1085850" y="3467100"/>
            <a:ext cx="4286250" cy="1162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875">
                <a:solidFill>
                  <a:srgbClr val="172B4D"/>
                </a:solidFill>
              </a:defRPr>
            </a:pPr>
            <a:r>
              <a:rPr lang="zh-CN" altLang="en-US" sz="1875">
                <a:solidFill>
                  <a:srgbClr val="172B4D"/>
                </a:solidFill>
              </a:rPr>
              <a:t>ACA121-13</a:t>
            </a:r>
          </a:p>
        </p:txBody>
      </p:sp>
      <p:sp>
        <p:nvSpPr>
          <p:cNvPr id="15" name="">
            <a:extLst xmlns:a="http://schemas.openxmlformats.org/drawingml/2006/main">
              <a:ext uri="{FF2B5EF4-FFF2-40B4-BE49-F238E27FC236}">
                <a16:creationId xmlns:a16="http://schemas.microsoft.com/office/drawing/2014/main" id="{373D2552-D5CB-4322-B140-958CB6177DBC}"/>
              </a:ext>
            </a:extLst>
          </p:cNvPr>
          <p:cNvSpPr>
            <a:spLocks xmlns:a="http://schemas.openxmlformats.org/drawingml/2006/main" noGrp="1"/>
          </p:cNvSpPr>
          <p:nvPr/>
        </p:nvSpPr>
        <p:spPr>
          <a:xfrm xmlns:a="http://schemas.openxmlformats.org/drawingml/2006/main">
            <a:off x="5905500" y="2743200"/>
            <a:ext cx="4781550" cy="2076450"/>
          </a:xfrm>
          <a:prstGeom xmlns:a="http://schemas.openxmlformats.org/drawingml/2006/main" prst="roundRect">
            <a:avLst>
              <a:gd name="adj" fmla="val 733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84894DD-DAE6-499B-8EA8-C6605CBF67A8}"/>
              </a:ext>
            </a:extLst>
          </p:cNvPr>
          <p:cNvSpPr>
            <a:spLocks xmlns:a="http://schemas.openxmlformats.org/drawingml/2006/main" noGrp="1"/>
          </p:cNvSpPr>
          <p:nvPr/>
        </p:nvSpPr>
        <p:spPr>
          <a:xfrm xmlns:a="http://schemas.openxmlformats.org/drawingml/2006/main">
            <a:off x="6153150" y="2971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025" b="1">
                <a:solidFill>
                  <a:srgbClr val="14315B"/>
                </a:solidFill>
              </a:defRPr>
            </a:pPr>
            <a:r>
              <a:rPr lang="zh-CN" altLang="en-US" sz="2025" b="1">
                <a:solidFill>
                  <a:srgbClr val="14315B"/>
                </a:solidFill>
              </a:rPr>
              <a:t>例 2</a:t>
            </a:r>
          </a:p>
        </p:txBody>
      </p:sp>
      <p:sp>
        <p:nvSpPr>
          <p:cNvPr id="17" name="">
            <a:extLst xmlns:a="http://schemas.openxmlformats.org/drawingml/2006/main">
              <a:ext uri="{FF2B5EF4-FFF2-40B4-BE49-F238E27FC236}">
                <a16:creationId xmlns:a16="http://schemas.microsoft.com/office/drawing/2014/main" id="{B6EF7DCE-C554-47D0-884B-D2C14DBAA2E0}"/>
              </a:ext>
            </a:extLst>
          </p:cNvPr>
          <p:cNvSpPr>
            <a:spLocks xmlns:a="http://schemas.openxmlformats.org/drawingml/2006/main" noGrp="1"/>
          </p:cNvSpPr>
          <p:nvPr/>
        </p:nvSpPr>
        <p:spPr>
          <a:xfrm xmlns:a="http://schemas.openxmlformats.org/drawingml/2006/main">
            <a:off x="6153150" y="3467100"/>
            <a:ext cx="4286250" cy="1162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875">
                <a:solidFill>
                  <a:srgbClr val="172B4D"/>
                </a:solidFill>
              </a:defRPr>
            </a:pPr>
            <a:r>
              <a:rPr lang="zh-CN" altLang="en-US" sz="1875">
                <a:solidFill>
                  <a:srgbClr val="172B4D"/>
                </a:solidFill>
              </a:rPr>
              <a:t>QFA029-4</a:t>
            </a:r>
          </a:p>
        </p:txBody>
      </p:sp>
      <p:sp>
        <p:nvSpPr>
          <p:cNvPr id="18" name="">
            <a:extLst xmlns:a="http://schemas.openxmlformats.org/drawingml/2006/main">
              <a:ext uri="{FF2B5EF4-FFF2-40B4-BE49-F238E27FC236}">
                <a16:creationId xmlns:a16="http://schemas.microsoft.com/office/drawing/2014/main" id="{84C59CDE-5C4E-4A7C-8089-8E3E6A000E6F}"/>
              </a:ext>
            </a:extLst>
          </p:cNvPr>
          <p:cNvSpPr>
            <a:spLocks xmlns:a="http://schemas.openxmlformats.org/drawingml/2006/main" noGrp="1"/>
          </p:cNvSpPr>
          <p:nvPr/>
        </p:nvSpPr>
        <p:spPr>
          <a:xfrm xmlns:a="http://schemas.openxmlformats.org/drawingml/2006/main">
            <a:off x="9258300" y="1981200"/>
            <a:ext cx="1428750" cy="361950"/>
          </a:xfrm>
          <a:prstGeom xmlns:a="http://schemas.openxmlformats.org/drawingml/2006/main" prst="roundRect">
            <a:avLst>
              <a:gd name="adj" fmla="val 50000"/>
            </a:avLst>
          </a:prstGeom>
          <a:solidFill xmlns:a="http://schemas.openxmlformats.org/drawingml/2006/main">
            <a:srgbClr val="EEF6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8A0EADF-408D-4813-BC13-D46320CF21A4}"/>
              </a:ext>
            </a:extLst>
          </p:cNvPr>
          <p:cNvSpPr>
            <a:spLocks xmlns:a="http://schemas.openxmlformats.org/drawingml/2006/main" noGrp="1"/>
          </p:cNvSpPr>
          <p:nvPr/>
        </p:nvSpPr>
        <p:spPr>
          <a:xfrm xmlns:a="http://schemas.openxmlformats.org/drawingml/2006/main">
            <a:off x="9258300" y="20574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wilco</a:t>
            </a:r>
          </a:p>
        </p:txBody>
      </p:sp>
    </p:spTree>
    <p:extLst>
      <p:ext uri="{BB962C8B-B14F-4D97-AF65-F5344CB8AC3E}">
        <p14:creationId xmlns:p14="http://schemas.microsoft.com/office/powerpoint/2010/main" val="1318915404"/>
      </p:ext>
    </p:extLst>
  </p:cSld>
</p:sld>
</file>

<file path=ppt/slides/slide19.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297619-91D2-415D-882D-353E98A05898}"/>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A83A66-135E-4615-BE57-C8550D00288F}"/>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468E06-C32E-46DB-B5E1-0CEA65E0E3A4}"/>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04</a:t>
            </a:r>
          </a:p>
        </p:txBody>
      </p:sp>
      <p:sp>
        <p:nvSpPr>
          <p:cNvPr id="4" name="">
            <a:extLst xmlns:a="http://schemas.openxmlformats.org/drawingml/2006/main">
              <a:ext uri="{FF2B5EF4-FFF2-40B4-BE49-F238E27FC236}">
                <a16:creationId xmlns:a16="http://schemas.microsoft.com/office/drawing/2014/main" id="{DAEFF73B-2658-4896-A8D6-917AB60CFD89}"/>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4、Affirm、Negative 的用法</a:t>
            </a:r>
          </a:p>
        </p:txBody>
      </p:sp>
      <p:sp>
        <p:nvSpPr>
          <p:cNvPr id="5" name="">
            <a:extLst xmlns:a="http://schemas.openxmlformats.org/drawingml/2006/main">
              <a:ext uri="{FF2B5EF4-FFF2-40B4-BE49-F238E27FC236}">
                <a16:creationId xmlns:a16="http://schemas.microsoft.com/office/drawing/2014/main" id="{9B3A58FD-A3A7-4790-BAA0-81A6BD4A04C4}"/>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94CFBCA4-87D8-49FB-8049-E33BC1659028}"/>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B75177FB-9DE6-4F27-90E2-30274B600EFF}"/>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589460901"/>
      </p:ext>
    </p:extLst>
  </p:cSld>
</p:sld>
</file>

<file path=ppt/slides/slide20.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4213B9-E9F7-49D6-9641-691258AF9869}"/>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B14CE9-037B-4A27-9EF1-1C5639DD702B}"/>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53129E-4CC6-4913-A279-4E59C87B621A}"/>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183F66-6555-4B14-930C-E4F2F9BC69A7}"/>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Affirm · Negative</a:t>
            </a:r>
          </a:p>
        </p:txBody>
      </p:sp>
      <p:sp>
        <p:nvSpPr>
          <p:cNvPr id="5" name="">
            <a:extLst xmlns:a="http://schemas.openxmlformats.org/drawingml/2006/main">
              <a:ext uri="{FF2B5EF4-FFF2-40B4-BE49-F238E27FC236}">
                <a16:creationId xmlns:a16="http://schemas.microsoft.com/office/drawing/2014/main" id="{4D12615A-855E-47F9-A919-D126E232CBE6}"/>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20</a:t>
            </a:r>
          </a:p>
        </p:txBody>
      </p:sp>
      <p:sp>
        <p:nvSpPr>
          <p:cNvPr id="6" name="">
            <a:extLst xmlns:a="http://schemas.openxmlformats.org/drawingml/2006/main">
              <a:ext uri="{FF2B5EF4-FFF2-40B4-BE49-F238E27FC236}">
                <a16:creationId xmlns:a16="http://schemas.microsoft.com/office/drawing/2014/main" id="{E07FA939-8BEE-43DA-84F6-341A6510DA6F}"/>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E7A9E0-6A0A-4482-A99B-72079219CDF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B5A856-5533-4D87-9862-01970C64A735}"/>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A3E68889-0EC6-4DB0-809F-8D8EF501FC7B}"/>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AFFIRM · NEGATIVE</a:t>
            </a:r>
          </a:p>
        </p:txBody>
      </p:sp>
      <p:sp>
        <p:nvSpPr>
          <p:cNvPr id="10" name="">
            <a:extLst xmlns:a="http://schemas.openxmlformats.org/drawingml/2006/main">
              <a:ext uri="{FF2B5EF4-FFF2-40B4-BE49-F238E27FC236}">
                <a16:creationId xmlns:a16="http://schemas.microsoft.com/office/drawing/2014/main" id="{837C4243-AA22-4457-A570-61AA2BC2AB13}"/>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confirm 的回答方式</a:t>
            </a:r>
          </a:p>
        </p:txBody>
      </p:sp>
      <p:sp>
        <p:nvSpPr>
          <p:cNvPr id="11" name="">
            <a:extLst xmlns:a="http://schemas.openxmlformats.org/drawingml/2006/main">
              <a:ext uri="{FF2B5EF4-FFF2-40B4-BE49-F238E27FC236}">
                <a16:creationId xmlns:a16="http://schemas.microsoft.com/office/drawing/2014/main" id="{5E77D3AE-1100-4F49-85E8-F49ED56F7542}"/>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01DEE06-89B9-4D7D-A23F-63BBBB8D1F04}"/>
              </a:ext>
            </a:extLst>
          </p:cNvPr>
          <p:cNvSpPr>
            <a:spLocks xmlns:a="http://schemas.openxmlformats.org/drawingml/2006/main" noGrp="1"/>
          </p:cNvSpPr>
          <p:nvPr/>
        </p:nvSpPr>
        <p:spPr>
          <a:xfrm xmlns:a="http://schemas.openxmlformats.org/drawingml/2006/main">
            <a:off x="838200" y="2476500"/>
            <a:ext cx="10515600" cy="110490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3B37EB5-4FED-46DD-AB5D-713EE5EBF178}"/>
              </a:ext>
            </a:extLst>
          </p:cNvPr>
          <p:cNvSpPr>
            <a:spLocks xmlns:a="http://schemas.openxmlformats.org/drawingml/2006/main" noGrp="1"/>
          </p:cNvSpPr>
          <p:nvPr/>
        </p:nvSpPr>
        <p:spPr>
          <a:xfrm xmlns:a="http://schemas.openxmlformats.org/drawingml/2006/main">
            <a:off x="1200150" y="2857500"/>
            <a:ext cx="9772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当 ATC 使用 confirm（证实）时，用 affirm 或 negative 作为复述的开头。</a:t>
            </a:r>
          </a:p>
        </p:txBody>
      </p:sp>
      <p:sp>
        <p:nvSpPr>
          <p:cNvPr id="14" name="">
            <a:extLst xmlns:a="http://schemas.openxmlformats.org/drawingml/2006/main">
              <a:ext uri="{FF2B5EF4-FFF2-40B4-BE49-F238E27FC236}">
                <a16:creationId xmlns:a16="http://schemas.microsoft.com/office/drawing/2014/main" id="{CD9935B5-5BD3-4C16-ACDF-5B036D5518B8}"/>
              </a:ext>
            </a:extLst>
          </p:cNvPr>
          <p:cNvSpPr>
            <a:spLocks xmlns:a="http://schemas.openxmlformats.org/drawingml/2006/main" noGrp="1"/>
          </p:cNvSpPr>
          <p:nvPr/>
        </p:nvSpPr>
        <p:spPr>
          <a:xfrm xmlns:a="http://schemas.openxmlformats.org/drawingml/2006/main">
            <a:off x="838200" y="3962400"/>
            <a:ext cx="481965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04338E5-8AC8-445E-A9F2-5B59356DB423}"/>
              </a:ext>
            </a:extLst>
          </p:cNvPr>
          <p:cNvSpPr>
            <a:spLocks xmlns:a="http://schemas.openxmlformats.org/drawingml/2006/main" noGrp="1"/>
          </p:cNvSpPr>
          <p:nvPr/>
        </p:nvSpPr>
        <p:spPr>
          <a:xfrm xmlns:a="http://schemas.openxmlformats.org/drawingml/2006/main">
            <a:off x="1085850" y="419100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affirm</a:t>
            </a:r>
          </a:p>
        </p:txBody>
      </p:sp>
      <p:sp>
        <p:nvSpPr>
          <p:cNvPr id="16" name="">
            <a:extLst xmlns:a="http://schemas.openxmlformats.org/drawingml/2006/main">
              <a:ext uri="{FF2B5EF4-FFF2-40B4-BE49-F238E27FC236}">
                <a16:creationId xmlns:a16="http://schemas.microsoft.com/office/drawing/2014/main" id="{28C48593-9572-4C78-A6C1-B5E6663D77A5}"/>
              </a:ext>
            </a:extLst>
          </p:cNvPr>
          <p:cNvSpPr>
            <a:spLocks xmlns:a="http://schemas.openxmlformats.org/drawingml/2006/main" noGrp="1"/>
          </p:cNvSpPr>
          <p:nvPr/>
        </p:nvSpPr>
        <p:spPr>
          <a:xfrm xmlns:a="http://schemas.openxmlformats.org/drawingml/2006/main">
            <a:off x="1085850" y="4686300"/>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425">
                <a:solidFill>
                  <a:srgbClr val="172B4D"/>
                </a:solidFill>
              </a:defRPr>
            </a:pPr>
            <a:r>
              <a:rPr lang="zh-CN" altLang="en-US" sz="1425">
                <a:solidFill>
                  <a:srgbClr val="172B4D"/>
                </a:solidFill>
              </a:rPr>
              <a:t>表示同意、支持、允许</a:t>
            </a:r>
          </a:p>
        </p:txBody>
      </p:sp>
      <p:sp>
        <p:nvSpPr>
          <p:cNvPr id="17" name="">
            <a:extLst xmlns:a="http://schemas.openxmlformats.org/drawingml/2006/main">
              <a:ext uri="{FF2B5EF4-FFF2-40B4-BE49-F238E27FC236}">
                <a16:creationId xmlns:a16="http://schemas.microsoft.com/office/drawing/2014/main" id="{746ED4E9-8D49-4357-B7C1-9DC86E396243}"/>
              </a:ext>
            </a:extLst>
          </p:cNvPr>
          <p:cNvSpPr>
            <a:spLocks xmlns:a="http://schemas.openxmlformats.org/drawingml/2006/main" noGrp="1"/>
          </p:cNvSpPr>
          <p:nvPr/>
        </p:nvSpPr>
        <p:spPr>
          <a:xfrm xmlns:a="http://schemas.openxmlformats.org/drawingml/2006/main">
            <a:off x="5943600" y="3962400"/>
            <a:ext cx="481965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6BD8260-6112-49CD-8E2E-BFD4E1562E86}"/>
              </a:ext>
            </a:extLst>
          </p:cNvPr>
          <p:cNvSpPr>
            <a:spLocks xmlns:a="http://schemas.openxmlformats.org/drawingml/2006/main" noGrp="1"/>
          </p:cNvSpPr>
          <p:nvPr/>
        </p:nvSpPr>
        <p:spPr>
          <a:xfrm xmlns:a="http://schemas.openxmlformats.org/drawingml/2006/main">
            <a:off x="6191250" y="419100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negative</a:t>
            </a:r>
          </a:p>
        </p:txBody>
      </p:sp>
      <p:sp>
        <p:nvSpPr>
          <p:cNvPr id="19" name="">
            <a:extLst xmlns:a="http://schemas.openxmlformats.org/drawingml/2006/main">
              <a:ext uri="{FF2B5EF4-FFF2-40B4-BE49-F238E27FC236}">
                <a16:creationId xmlns:a16="http://schemas.microsoft.com/office/drawing/2014/main" id="{7EC2597C-88E7-40A9-8E45-F13AA934AFA3}"/>
              </a:ext>
            </a:extLst>
          </p:cNvPr>
          <p:cNvSpPr>
            <a:spLocks xmlns:a="http://schemas.openxmlformats.org/drawingml/2006/main" noGrp="1"/>
          </p:cNvSpPr>
          <p:nvPr/>
        </p:nvSpPr>
        <p:spPr>
          <a:xfrm xmlns:a="http://schemas.openxmlformats.org/drawingml/2006/main">
            <a:off x="6191250" y="4686300"/>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425">
                <a:solidFill>
                  <a:srgbClr val="172B4D"/>
                </a:solidFill>
              </a:defRPr>
            </a:pPr>
            <a:r>
              <a:rPr lang="zh-CN" altLang="en-US" sz="1425">
                <a:solidFill>
                  <a:srgbClr val="172B4D"/>
                </a:solidFill>
              </a:rPr>
              <a:t>表示拒绝、不支持</a:t>
            </a:r>
          </a:p>
        </p:txBody>
      </p:sp>
    </p:spTree>
    <p:extLst>
      <p:ext uri="{BB962C8B-B14F-4D97-AF65-F5344CB8AC3E}">
        <p14:creationId xmlns:p14="http://schemas.microsoft.com/office/powerpoint/2010/main" val="1077457823"/>
      </p:ext>
    </p:extLst>
  </p:cSld>
</p:sld>
</file>

<file path=ppt/slides/slide21.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AB7143-6CC7-4942-A411-8282E75658EC}"/>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84CA1B-B9B9-4D41-AF51-BC2ADF5FB515}"/>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5508D6-C541-499B-878F-75D67251588E}"/>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B7ED3B-2298-43DA-9041-01D3B2618CD3}"/>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Affirm · Negative</a:t>
            </a:r>
          </a:p>
        </p:txBody>
      </p:sp>
      <p:sp>
        <p:nvSpPr>
          <p:cNvPr id="5" name="">
            <a:extLst xmlns:a="http://schemas.openxmlformats.org/drawingml/2006/main">
              <a:ext uri="{FF2B5EF4-FFF2-40B4-BE49-F238E27FC236}">
                <a16:creationId xmlns:a16="http://schemas.microsoft.com/office/drawing/2014/main" id="{F5DD8712-2578-446C-B7E8-A3558751FADC}"/>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21</a:t>
            </a:r>
          </a:p>
        </p:txBody>
      </p:sp>
      <p:sp>
        <p:nvSpPr>
          <p:cNvPr id="6" name="">
            <a:extLst xmlns:a="http://schemas.openxmlformats.org/drawingml/2006/main">
              <a:ext uri="{FF2B5EF4-FFF2-40B4-BE49-F238E27FC236}">
                <a16:creationId xmlns:a16="http://schemas.microsoft.com/office/drawing/2014/main" id="{6F7DC4F6-2526-41E8-BDA7-CFFD3A52D139}"/>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FA41CF-34D0-4975-B1EF-8CF1A9CFB517}"/>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22000F-3B1E-4D6C-9C3D-2AEAD9EC143E}"/>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18DFD04B-202E-460B-9914-3686FCA9980A}"/>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AFFIRM · NEGATIVE</a:t>
            </a:r>
          </a:p>
        </p:txBody>
      </p:sp>
      <p:sp>
        <p:nvSpPr>
          <p:cNvPr id="10" name="">
            <a:extLst xmlns:a="http://schemas.openxmlformats.org/drawingml/2006/main">
              <a:ext uri="{FF2B5EF4-FFF2-40B4-BE49-F238E27FC236}">
                <a16:creationId xmlns:a16="http://schemas.microsoft.com/office/drawing/2014/main" id="{112A9775-0E96-41EE-9445-F839ABF538E1}"/>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Affirm / Negative 示例</a:t>
            </a:r>
          </a:p>
        </p:txBody>
      </p:sp>
      <p:sp>
        <p:nvSpPr>
          <p:cNvPr id="11" name="">
            <a:extLst xmlns:a="http://schemas.openxmlformats.org/drawingml/2006/main">
              <a:ext uri="{FF2B5EF4-FFF2-40B4-BE49-F238E27FC236}">
                <a16:creationId xmlns:a16="http://schemas.microsoft.com/office/drawing/2014/main" id="{29251BB2-5613-40CF-9184-EAD965B7101E}"/>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021D868-6F45-4E7F-A713-8B00D0786E02}"/>
              </a:ext>
            </a:extLst>
          </p:cNvPr>
          <p:cNvSpPr>
            <a:spLocks xmlns:a="http://schemas.openxmlformats.org/drawingml/2006/main" noGrp="1"/>
          </p:cNvSpPr>
          <p:nvPr/>
        </p:nvSpPr>
        <p:spPr>
          <a:xfrm xmlns:a="http://schemas.openxmlformats.org/drawingml/2006/main">
            <a:off x="838200" y="2743200"/>
            <a:ext cx="304800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B796B5E-49D3-448F-A04D-187E44E92ED5}"/>
              </a:ext>
            </a:extLst>
          </p:cNvPr>
          <p:cNvSpPr>
            <a:spLocks xmlns:a="http://schemas.openxmlformats.org/drawingml/2006/main" noGrp="1"/>
          </p:cNvSpPr>
          <p:nvPr/>
        </p:nvSpPr>
        <p:spPr>
          <a:xfrm xmlns:a="http://schemas.openxmlformats.org/drawingml/2006/main">
            <a:off x="1085850" y="29718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例 1</a:t>
            </a:r>
          </a:p>
        </p:txBody>
      </p:sp>
      <p:sp>
        <p:nvSpPr>
          <p:cNvPr id="14" name="">
            <a:extLst xmlns:a="http://schemas.openxmlformats.org/drawingml/2006/main">
              <a:ext uri="{FF2B5EF4-FFF2-40B4-BE49-F238E27FC236}">
                <a16:creationId xmlns:a16="http://schemas.microsoft.com/office/drawing/2014/main" id="{1ACF3537-8F25-45A3-939D-625519B8CE9A}"/>
              </a:ext>
            </a:extLst>
          </p:cNvPr>
          <p:cNvSpPr>
            <a:spLocks xmlns:a="http://schemas.openxmlformats.org/drawingml/2006/main" noGrp="1"/>
          </p:cNvSpPr>
          <p:nvPr/>
        </p:nvSpPr>
        <p:spPr>
          <a:xfrm xmlns:a="http://schemas.openxmlformats.org/drawingml/2006/main">
            <a:off x="1085850" y="3467100"/>
            <a:ext cx="25527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650">
                <a:solidFill>
                  <a:srgbClr val="172B4D"/>
                </a:solidFill>
              </a:defRPr>
            </a:pPr>
            <a:r>
              <a:rPr lang="zh-CN" altLang="en-US" sz="1650">
                <a:solidFill>
                  <a:srgbClr val="172B4D"/>
                </a:solidFill>
              </a:rPr>
              <a:t>ACA121-14</a:t>
            </a:r>
          </a:p>
        </p:txBody>
      </p:sp>
      <p:sp>
        <p:nvSpPr>
          <p:cNvPr id="15" name="">
            <a:extLst xmlns:a="http://schemas.openxmlformats.org/drawingml/2006/main">
              <a:ext uri="{FF2B5EF4-FFF2-40B4-BE49-F238E27FC236}">
                <a16:creationId xmlns:a16="http://schemas.microsoft.com/office/drawing/2014/main" id="{C41E94BC-0910-4FA8-8683-00F518EF8A88}"/>
              </a:ext>
            </a:extLst>
          </p:cNvPr>
          <p:cNvSpPr>
            <a:spLocks xmlns:a="http://schemas.openxmlformats.org/drawingml/2006/main" noGrp="1"/>
          </p:cNvSpPr>
          <p:nvPr/>
        </p:nvSpPr>
        <p:spPr>
          <a:xfrm xmlns:a="http://schemas.openxmlformats.org/drawingml/2006/main">
            <a:off x="4191000" y="2743200"/>
            <a:ext cx="304800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C28FF0AE-23E3-4CA1-BA64-71ED47CCDDA4}"/>
              </a:ext>
            </a:extLst>
          </p:cNvPr>
          <p:cNvSpPr>
            <a:spLocks xmlns:a="http://schemas.openxmlformats.org/drawingml/2006/main" noGrp="1"/>
          </p:cNvSpPr>
          <p:nvPr/>
        </p:nvSpPr>
        <p:spPr>
          <a:xfrm xmlns:a="http://schemas.openxmlformats.org/drawingml/2006/main">
            <a:off x="4438650" y="29718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例 2</a:t>
            </a:r>
          </a:p>
        </p:txBody>
      </p:sp>
      <p:sp>
        <p:nvSpPr>
          <p:cNvPr id="17" name="">
            <a:extLst xmlns:a="http://schemas.openxmlformats.org/drawingml/2006/main">
              <a:ext uri="{FF2B5EF4-FFF2-40B4-BE49-F238E27FC236}">
                <a16:creationId xmlns:a16="http://schemas.microsoft.com/office/drawing/2014/main" id="{64B7679E-1387-4644-AD67-7897600B526C}"/>
              </a:ext>
            </a:extLst>
          </p:cNvPr>
          <p:cNvSpPr>
            <a:spLocks xmlns:a="http://schemas.openxmlformats.org/drawingml/2006/main" noGrp="1"/>
          </p:cNvSpPr>
          <p:nvPr/>
        </p:nvSpPr>
        <p:spPr>
          <a:xfrm xmlns:a="http://schemas.openxmlformats.org/drawingml/2006/main">
            <a:off x="4438650" y="3467100"/>
            <a:ext cx="25527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650">
                <a:solidFill>
                  <a:srgbClr val="172B4D"/>
                </a:solidFill>
              </a:defRPr>
            </a:pPr>
            <a:r>
              <a:rPr lang="zh-CN" altLang="en-US" sz="1650">
                <a:solidFill>
                  <a:srgbClr val="172B4D"/>
                </a:solidFill>
              </a:rPr>
              <a:t>QFA160-16</a:t>
            </a:r>
          </a:p>
        </p:txBody>
      </p:sp>
      <p:sp>
        <p:nvSpPr>
          <p:cNvPr id="18" name="">
            <a:extLst xmlns:a="http://schemas.openxmlformats.org/drawingml/2006/main">
              <a:ext uri="{FF2B5EF4-FFF2-40B4-BE49-F238E27FC236}">
                <a16:creationId xmlns:a16="http://schemas.microsoft.com/office/drawing/2014/main" id="{DAA33BA9-F161-468B-AF17-D52046F7BA24}"/>
              </a:ext>
            </a:extLst>
          </p:cNvPr>
          <p:cNvSpPr>
            <a:spLocks xmlns:a="http://schemas.openxmlformats.org/drawingml/2006/main" noGrp="1"/>
          </p:cNvSpPr>
          <p:nvPr/>
        </p:nvSpPr>
        <p:spPr>
          <a:xfrm xmlns:a="http://schemas.openxmlformats.org/drawingml/2006/main">
            <a:off x="7543800" y="2743200"/>
            <a:ext cx="304800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D6C2D98-A26C-4ACE-BBBE-C93038315923}"/>
              </a:ext>
            </a:extLst>
          </p:cNvPr>
          <p:cNvSpPr>
            <a:spLocks xmlns:a="http://schemas.openxmlformats.org/drawingml/2006/main" noGrp="1"/>
          </p:cNvSpPr>
          <p:nvPr/>
        </p:nvSpPr>
        <p:spPr>
          <a:xfrm xmlns:a="http://schemas.openxmlformats.org/drawingml/2006/main">
            <a:off x="7791450" y="2971800"/>
            <a:ext cx="2552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00" b="1">
                <a:solidFill>
                  <a:srgbClr val="14315B"/>
                </a:solidFill>
              </a:defRPr>
            </a:pPr>
            <a:r>
              <a:rPr lang="zh-CN" altLang="en-US" sz="1800" b="1">
                <a:solidFill>
                  <a:srgbClr val="14315B"/>
                </a:solidFill>
              </a:rPr>
              <a:t>例 3</a:t>
            </a:r>
          </a:p>
        </p:txBody>
      </p:sp>
      <p:sp>
        <p:nvSpPr>
          <p:cNvPr id="20" name="">
            <a:extLst xmlns:a="http://schemas.openxmlformats.org/drawingml/2006/main">
              <a:ext uri="{FF2B5EF4-FFF2-40B4-BE49-F238E27FC236}">
                <a16:creationId xmlns:a16="http://schemas.microsoft.com/office/drawing/2014/main" id="{05105C9B-CC79-46EE-9866-3B803BD84DC6}"/>
              </a:ext>
            </a:extLst>
          </p:cNvPr>
          <p:cNvSpPr>
            <a:spLocks xmlns:a="http://schemas.openxmlformats.org/drawingml/2006/main" noGrp="1"/>
          </p:cNvSpPr>
          <p:nvPr/>
        </p:nvSpPr>
        <p:spPr>
          <a:xfrm xmlns:a="http://schemas.openxmlformats.org/drawingml/2006/main">
            <a:off x="7791450" y="3467100"/>
            <a:ext cx="25527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650">
                <a:solidFill>
                  <a:srgbClr val="172B4D"/>
                </a:solidFill>
              </a:defRPr>
            </a:pPr>
            <a:r>
              <a:rPr lang="zh-CN" altLang="en-US" sz="1650">
                <a:solidFill>
                  <a:srgbClr val="172B4D"/>
                </a:solidFill>
              </a:rPr>
              <a:t>QFA029-16</a:t>
            </a:r>
          </a:p>
        </p:txBody>
      </p:sp>
    </p:spTree>
    <p:extLst>
      <p:ext uri="{BB962C8B-B14F-4D97-AF65-F5344CB8AC3E}">
        <p14:creationId xmlns:p14="http://schemas.microsoft.com/office/powerpoint/2010/main" val="1910004957"/>
      </p:ext>
    </p:extLst>
  </p:cSld>
</p:sld>
</file>

<file path=ppt/slides/slide22.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0F4D9F-9498-40A6-AC7C-65D36136FF87}"/>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D1848E-3986-45FC-AF00-98EEA79909CA}"/>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93C48D-46BF-41D7-881A-05F01984FB49}"/>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05</a:t>
            </a:r>
          </a:p>
        </p:txBody>
      </p:sp>
      <p:sp>
        <p:nvSpPr>
          <p:cNvPr id="4" name="">
            <a:extLst xmlns:a="http://schemas.openxmlformats.org/drawingml/2006/main">
              <a:ext uri="{FF2B5EF4-FFF2-40B4-BE49-F238E27FC236}">
                <a16:creationId xmlns:a16="http://schemas.microsoft.com/office/drawing/2014/main" id="{8E78BCF6-4A3B-4219-ADBF-2A20B6C5C051}"/>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4、初次联系的复述格式</a:t>
            </a:r>
          </a:p>
        </p:txBody>
      </p:sp>
      <p:sp>
        <p:nvSpPr>
          <p:cNvPr id="5" name="">
            <a:extLst xmlns:a="http://schemas.openxmlformats.org/drawingml/2006/main">
              <a:ext uri="{FF2B5EF4-FFF2-40B4-BE49-F238E27FC236}">
                <a16:creationId xmlns:a16="http://schemas.microsoft.com/office/drawing/2014/main" id="{0C4A16BF-F9B5-40E1-84C8-1A4D25F9C039}"/>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772439A6-4FEA-4236-AF62-023087F19FF2}"/>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AC2D2B46-60A9-40B8-B961-830BEAB9F43D}"/>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04205935"/>
      </p:ext>
    </p:extLst>
  </p:cSld>
</p:sld>
</file>

<file path=ppt/slides/slide23.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DB35634-04D8-4BA5-ACBF-AD58D8364026}"/>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FC060A-4930-4F4E-909B-0160C6719B66}"/>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463F07-084E-44F6-B16B-DE29CE1F8255}"/>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F0416F-ED68-48CF-9E52-74ED66B326E1}"/>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初次联系</a:t>
            </a:r>
          </a:p>
        </p:txBody>
      </p:sp>
      <p:sp>
        <p:nvSpPr>
          <p:cNvPr id="5" name="">
            <a:extLst xmlns:a="http://schemas.openxmlformats.org/drawingml/2006/main">
              <a:ext uri="{FF2B5EF4-FFF2-40B4-BE49-F238E27FC236}">
                <a16:creationId xmlns:a16="http://schemas.microsoft.com/office/drawing/2014/main" id="{71B7E077-0388-4354-90A7-2530C6797156}"/>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23</a:t>
            </a:r>
          </a:p>
        </p:txBody>
      </p:sp>
      <p:sp>
        <p:nvSpPr>
          <p:cNvPr id="6" name="">
            <a:extLst xmlns:a="http://schemas.openxmlformats.org/drawingml/2006/main">
              <a:ext uri="{FF2B5EF4-FFF2-40B4-BE49-F238E27FC236}">
                <a16:creationId xmlns:a16="http://schemas.microsoft.com/office/drawing/2014/main" id="{12C4A56C-9EB1-4521-9F36-72A346DFEDA0}"/>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A1170A-0050-4A4C-9A19-9A8B3FF05056}"/>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EECE6E-1C8E-4802-A8D5-D47B0BC40D50}"/>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87040644-4E1B-4543-820F-7AD711AAD4B3}"/>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初次联系</a:t>
            </a:r>
          </a:p>
        </p:txBody>
      </p:sp>
      <p:sp>
        <p:nvSpPr>
          <p:cNvPr id="10" name="">
            <a:extLst xmlns:a="http://schemas.openxmlformats.org/drawingml/2006/main">
              <a:ext uri="{FF2B5EF4-FFF2-40B4-BE49-F238E27FC236}">
                <a16:creationId xmlns:a16="http://schemas.microsoft.com/office/drawing/2014/main" id="{9D373354-1DF8-4592-8542-A6CC4287937C}"/>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初次联系：把信息尽可能说全</a:t>
            </a:r>
          </a:p>
        </p:txBody>
      </p:sp>
      <p:sp>
        <p:nvSpPr>
          <p:cNvPr id="11" name="">
            <a:extLst xmlns:a="http://schemas.openxmlformats.org/drawingml/2006/main">
              <a:ext uri="{FF2B5EF4-FFF2-40B4-BE49-F238E27FC236}">
                <a16:creationId xmlns:a16="http://schemas.microsoft.com/office/drawing/2014/main" id="{2BDB97CD-0FB8-41E7-A513-C9A8343109C1}"/>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A5F881-B922-48C2-B5E6-24A087F3EE44}"/>
              </a:ext>
            </a:extLst>
          </p:cNvPr>
          <p:cNvSpPr>
            <a:spLocks xmlns:a="http://schemas.openxmlformats.org/drawingml/2006/main" noGrp="1"/>
          </p:cNvSpPr>
          <p:nvPr/>
        </p:nvSpPr>
        <p:spPr>
          <a:xfrm xmlns:a="http://schemas.openxmlformats.org/drawingml/2006/main">
            <a:off x="838200" y="2400300"/>
            <a:ext cx="10515600" cy="17526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72526F9-2F83-4D50-B2FF-0AFABBE3E23B}"/>
              </a:ext>
            </a:extLst>
          </p:cNvPr>
          <p:cNvSpPr>
            <a:spLocks xmlns:a="http://schemas.openxmlformats.org/drawingml/2006/main" noGrp="1"/>
          </p:cNvSpPr>
          <p:nvPr/>
        </p:nvSpPr>
        <p:spPr>
          <a:xfrm xmlns:a="http://schemas.openxmlformats.org/drawingml/2006/main">
            <a:off x="1085850" y="2647950"/>
            <a:ext cx="47625" cy="12573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CBDB5D1C-1374-43C7-8E65-6DC1056EB8BC}"/>
              </a:ext>
            </a:extLst>
          </p:cNvPr>
          <p:cNvSpPr>
            <a:spLocks xmlns:a="http://schemas.openxmlformats.org/drawingml/2006/main" noGrp="1"/>
          </p:cNvSpPr>
          <p:nvPr/>
        </p:nvSpPr>
        <p:spPr>
          <a:xfrm xmlns:a="http://schemas.openxmlformats.org/drawingml/2006/main">
            <a:off x="1390650" y="2724150"/>
            <a:ext cx="96202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575">
                <a:solidFill>
                  <a:srgbClr val="172B4D"/>
                </a:solidFill>
              </a:defRPr>
            </a:pPr>
            <a:r>
              <a:rPr lang="zh-CN" altLang="en-US" sz="1575">
                <a:solidFill>
                  <a:srgbClr val="172B4D"/>
                </a:solidFill>
              </a:rPr>
              <a:t>当题干中给出 “make a initial contact with...” 或题干要求联系下一频率是，即为初次联系。</a:t>
            </a:r>
          </a:p>
          <a:p xmlns:a="http://schemas.openxmlformats.org/drawingml/2006/main">
            <a:r>
              <a:t/>
            </a:r>
          </a:p>
          <a:p xmlns:a="http://schemas.openxmlformats.org/drawingml/2006/main">
            <a:pPr>
              <a:lnSpc>
                <a:spcPct val="125000"/>
              </a:lnSpc>
              <a:buNone/>
              <a:defRPr lang="zh-CN" altLang="en-US" sz="1575">
                <a:solidFill>
                  <a:srgbClr val="172B4D"/>
                </a:solidFill>
              </a:defRPr>
            </a:pPr>
            <a:r>
              <a:rPr lang="zh-CN" altLang="en-US" sz="1575">
                <a:solidFill>
                  <a:srgbClr val="172B4D"/>
                </a:solidFill>
              </a:rPr>
              <a:t>初次联系的复述信息与其他联系不同。</a:t>
            </a:r>
          </a:p>
        </p:txBody>
      </p:sp>
      <p:sp>
        <p:nvSpPr>
          <p:cNvPr id="15" name="">
            <a:extLst xmlns:a="http://schemas.openxmlformats.org/drawingml/2006/main">
              <a:ext uri="{FF2B5EF4-FFF2-40B4-BE49-F238E27FC236}">
                <a16:creationId xmlns:a16="http://schemas.microsoft.com/office/drawing/2014/main" id="{27872C62-74EE-49DF-961F-8D5BAC748643}"/>
              </a:ext>
            </a:extLst>
          </p:cNvPr>
          <p:cNvSpPr>
            <a:spLocks xmlns:a="http://schemas.openxmlformats.org/drawingml/2006/main" noGrp="1"/>
          </p:cNvSpPr>
          <p:nvPr/>
        </p:nvSpPr>
        <p:spPr>
          <a:xfrm xmlns:a="http://schemas.openxmlformats.org/drawingml/2006/main">
            <a:off x="8382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0D1BF05-48B0-435D-835D-51C557219EB4}"/>
              </a:ext>
            </a:extLst>
          </p:cNvPr>
          <p:cNvSpPr>
            <a:spLocks xmlns:a="http://schemas.openxmlformats.org/drawingml/2006/main" noGrp="1"/>
          </p:cNvSpPr>
          <p:nvPr/>
        </p:nvSpPr>
        <p:spPr>
          <a:xfrm xmlns:a="http://schemas.openxmlformats.org/drawingml/2006/main">
            <a:off x="8382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对方呼号</a:t>
            </a:r>
          </a:p>
        </p:txBody>
      </p:sp>
      <p:sp>
        <p:nvSpPr>
          <p:cNvPr id="17" name="">
            <a:extLst xmlns:a="http://schemas.openxmlformats.org/drawingml/2006/main">
              <a:ext uri="{FF2B5EF4-FFF2-40B4-BE49-F238E27FC236}">
                <a16:creationId xmlns:a16="http://schemas.microsoft.com/office/drawing/2014/main" id="{B1936965-3F87-45E3-AEB5-BCDB8E105A98}"/>
              </a:ext>
            </a:extLst>
          </p:cNvPr>
          <p:cNvSpPr>
            <a:spLocks xmlns:a="http://schemas.openxmlformats.org/drawingml/2006/main" noGrp="1"/>
          </p:cNvSpPr>
          <p:nvPr/>
        </p:nvSpPr>
        <p:spPr>
          <a:xfrm xmlns:a="http://schemas.openxmlformats.org/drawingml/2006/main">
            <a:off x="25146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D9E0DB-3B42-4D92-8EFD-D213B90AABA0}"/>
              </a:ext>
            </a:extLst>
          </p:cNvPr>
          <p:cNvSpPr>
            <a:spLocks xmlns:a="http://schemas.openxmlformats.org/drawingml/2006/main" noGrp="1"/>
          </p:cNvSpPr>
          <p:nvPr/>
        </p:nvSpPr>
        <p:spPr>
          <a:xfrm xmlns:a="http://schemas.openxmlformats.org/drawingml/2006/main">
            <a:off x="25146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己方呼号</a:t>
            </a:r>
          </a:p>
        </p:txBody>
      </p:sp>
      <p:sp>
        <p:nvSpPr>
          <p:cNvPr id="19" name="">
            <a:extLst xmlns:a="http://schemas.openxmlformats.org/drawingml/2006/main">
              <a:ext uri="{FF2B5EF4-FFF2-40B4-BE49-F238E27FC236}">
                <a16:creationId xmlns:a16="http://schemas.microsoft.com/office/drawing/2014/main" id="{2417F38F-9140-4621-89AB-43343CB370E8}"/>
              </a:ext>
            </a:extLst>
          </p:cNvPr>
          <p:cNvSpPr>
            <a:spLocks xmlns:a="http://schemas.openxmlformats.org/drawingml/2006/main" noGrp="1"/>
          </p:cNvSpPr>
          <p:nvPr/>
        </p:nvSpPr>
        <p:spPr>
          <a:xfrm xmlns:a="http://schemas.openxmlformats.org/drawingml/2006/main">
            <a:off x="41910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D4B22F-7358-4A98-8664-5C415B4AA393}"/>
              </a:ext>
            </a:extLst>
          </p:cNvPr>
          <p:cNvSpPr>
            <a:spLocks xmlns:a="http://schemas.openxmlformats.org/drawingml/2006/main" noGrp="1"/>
          </p:cNvSpPr>
          <p:nvPr/>
        </p:nvSpPr>
        <p:spPr>
          <a:xfrm xmlns:a="http://schemas.openxmlformats.org/drawingml/2006/main">
            <a:off x="41910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当前位置、高度</a:t>
            </a:r>
          </a:p>
        </p:txBody>
      </p:sp>
      <p:sp>
        <p:nvSpPr>
          <p:cNvPr id="21" name="">
            <a:extLst xmlns:a="http://schemas.openxmlformats.org/drawingml/2006/main">
              <a:ext uri="{FF2B5EF4-FFF2-40B4-BE49-F238E27FC236}">
                <a16:creationId xmlns:a16="http://schemas.microsoft.com/office/drawing/2014/main" id="{7FE3CC85-4304-4E8E-871C-66FF59311872}"/>
              </a:ext>
            </a:extLst>
          </p:cNvPr>
          <p:cNvSpPr>
            <a:spLocks xmlns:a="http://schemas.openxmlformats.org/drawingml/2006/main" noGrp="1"/>
          </p:cNvSpPr>
          <p:nvPr/>
        </p:nvSpPr>
        <p:spPr>
          <a:xfrm xmlns:a="http://schemas.openxmlformats.org/drawingml/2006/main">
            <a:off x="58674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4742545-3E63-492C-82FF-C1D745855B0A}"/>
              </a:ext>
            </a:extLst>
          </p:cNvPr>
          <p:cNvSpPr>
            <a:spLocks xmlns:a="http://schemas.openxmlformats.org/drawingml/2006/main" noGrp="1"/>
          </p:cNvSpPr>
          <p:nvPr/>
        </p:nvSpPr>
        <p:spPr>
          <a:xfrm xmlns:a="http://schemas.openxmlformats.org/drawingml/2006/main">
            <a:off x="58674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下一个点的位置</a:t>
            </a:r>
          </a:p>
        </p:txBody>
      </p:sp>
      <p:sp>
        <p:nvSpPr>
          <p:cNvPr id="23" name="">
            <a:extLst xmlns:a="http://schemas.openxmlformats.org/drawingml/2006/main">
              <a:ext uri="{FF2B5EF4-FFF2-40B4-BE49-F238E27FC236}">
                <a16:creationId xmlns:a16="http://schemas.microsoft.com/office/drawing/2014/main" id="{A2D6A759-DA19-426F-A284-D8494316152E}"/>
              </a:ext>
            </a:extLst>
          </p:cNvPr>
          <p:cNvSpPr>
            <a:spLocks xmlns:a="http://schemas.openxmlformats.org/drawingml/2006/main" noGrp="1"/>
          </p:cNvSpPr>
          <p:nvPr/>
        </p:nvSpPr>
        <p:spPr>
          <a:xfrm xmlns:a="http://schemas.openxmlformats.org/drawingml/2006/main">
            <a:off x="75438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86DA3DE-5902-45ED-BB8D-6C24195F3C91}"/>
              </a:ext>
            </a:extLst>
          </p:cNvPr>
          <p:cNvSpPr>
            <a:spLocks xmlns:a="http://schemas.openxmlformats.org/drawingml/2006/main" noGrp="1"/>
          </p:cNvSpPr>
          <p:nvPr/>
        </p:nvSpPr>
        <p:spPr>
          <a:xfrm xmlns:a="http://schemas.openxmlformats.org/drawingml/2006/main">
            <a:off x="75438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预答时间</a:t>
            </a:r>
          </a:p>
        </p:txBody>
      </p:sp>
      <p:sp>
        <p:nvSpPr>
          <p:cNvPr id="25" name="">
            <a:extLst xmlns:a="http://schemas.openxmlformats.org/drawingml/2006/main">
              <a:ext uri="{FF2B5EF4-FFF2-40B4-BE49-F238E27FC236}">
                <a16:creationId xmlns:a16="http://schemas.microsoft.com/office/drawing/2014/main" id="{FA2D28B0-FD07-46F9-92CA-9F38251367D1}"/>
              </a:ext>
            </a:extLst>
          </p:cNvPr>
          <p:cNvSpPr>
            <a:spLocks xmlns:a="http://schemas.openxmlformats.org/drawingml/2006/main" noGrp="1"/>
          </p:cNvSpPr>
          <p:nvPr/>
        </p:nvSpPr>
        <p:spPr>
          <a:xfrm xmlns:a="http://schemas.openxmlformats.org/drawingml/2006/main">
            <a:off x="9220200" y="4667250"/>
            <a:ext cx="14859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24F9D9-866D-424D-9631-C236FFBA2F17}"/>
              </a:ext>
            </a:extLst>
          </p:cNvPr>
          <p:cNvSpPr>
            <a:spLocks xmlns:a="http://schemas.openxmlformats.org/drawingml/2006/main" noGrp="1"/>
          </p:cNvSpPr>
          <p:nvPr/>
        </p:nvSpPr>
        <p:spPr>
          <a:xfrm xmlns:a="http://schemas.openxmlformats.org/drawingml/2006/main">
            <a:off x="9220200" y="47434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应答机编码</a:t>
            </a:r>
          </a:p>
        </p:txBody>
      </p:sp>
      <p:sp>
        <p:nvSpPr>
          <p:cNvPr id="27" name="">
            <a:extLst xmlns:a="http://schemas.openxmlformats.org/drawingml/2006/main">
              <a:ext uri="{FF2B5EF4-FFF2-40B4-BE49-F238E27FC236}">
                <a16:creationId xmlns:a16="http://schemas.microsoft.com/office/drawing/2014/main" id="{9F83F227-AB1C-4960-A7D0-214876C404D6}"/>
              </a:ext>
            </a:extLst>
          </p:cNvPr>
          <p:cNvSpPr>
            <a:spLocks xmlns:a="http://schemas.openxmlformats.org/drawingml/2006/main" noGrp="1"/>
          </p:cNvSpPr>
          <p:nvPr/>
        </p:nvSpPr>
        <p:spPr>
          <a:xfrm xmlns:a="http://schemas.openxmlformats.org/drawingml/2006/main">
            <a:off x="838200" y="5467350"/>
            <a:ext cx="105156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050">
                <a:solidFill>
                  <a:srgbClr val="5B6B82"/>
                </a:solidFill>
              </a:defRPr>
            </a:pPr>
            <a:r>
              <a:rPr lang="zh-CN" altLang="en-US" sz="1050">
                <a:solidFill>
                  <a:srgbClr val="5B6B82"/>
                </a:solidFill>
              </a:rPr>
              <a:t>格式：对方呼号 + 己方呼号 + 当前位置、高度 + 下一个点的位置 + 预答时间 + 应答机编码（尽可能的将信息说全，有些信息可能是之前的题目中给的，考生应具备一定的情景意识）</a:t>
            </a:r>
          </a:p>
        </p:txBody>
      </p:sp>
    </p:spTree>
    <p:extLst>
      <p:ext uri="{BB962C8B-B14F-4D97-AF65-F5344CB8AC3E}">
        <p14:creationId xmlns:p14="http://schemas.microsoft.com/office/powerpoint/2010/main" val="2089942806"/>
      </p:ext>
    </p:extLst>
  </p:cSld>
</p:sld>
</file>

<file path=ppt/slides/slide24.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6AB8C8-E951-4989-A079-05E7EE3631A2}"/>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347A66-0930-4194-8BD9-B7EB64A7005C}"/>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86E5AD-D796-40EE-8EAD-C0F922EEC0AA}"/>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D2ADE2-E8EE-422E-8C6E-1EAD116C5D86}"/>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初次联系</a:t>
            </a:r>
          </a:p>
        </p:txBody>
      </p:sp>
      <p:sp>
        <p:nvSpPr>
          <p:cNvPr id="5" name="">
            <a:extLst xmlns:a="http://schemas.openxmlformats.org/drawingml/2006/main">
              <a:ext uri="{FF2B5EF4-FFF2-40B4-BE49-F238E27FC236}">
                <a16:creationId xmlns:a16="http://schemas.microsoft.com/office/drawing/2014/main" id="{647E1EE0-0178-4385-82DD-A21636D804C2}"/>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24</a:t>
            </a:r>
          </a:p>
        </p:txBody>
      </p:sp>
      <p:sp>
        <p:nvSpPr>
          <p:cNvPr id="6" name="">
            <a:extLst xmlns:a="http://schemas.openxmlformats.org/drawingml/2006/main">
              <a:ext uri="{FF2B5EF4-FFF2-40B4-BE49-F238E27FC236}">
                <a16:creationId xmlns:a16="http://schemas.microsoft.com/office/drawing/2014/main" id="{2C3EF5B4-C843-429B-925F-C763AEA8377A}"/>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8AC1A9-E06A-4D99-9B2E-816D96AA4535}"/>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EC1695-C556-4F1B-A448-B092529EFC75}"/>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8800BD6E-2D5F-4F0A-AB87-9CC0D967C223}"/>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初次联系</a:t>
            </a:r>
          </a:p>
        </p:txBody>
      </p:sp>
      <p:sp>
        <p:nvSpPr>
          <p:cNvPr id="10" name="">
            <a:extLst xmlns:a="http://schemas.openxmlformats.org/drawingml/2006/main">
              <a:ext uri="{FF2B5EF4-FFF2-40B4-BE49-F238E27FC236}">
                <a16:creationId xmlns:a16="http://schemas.microsoft.com/office/drawing/2014/main" id="{FFF0A8D2-5F83-464C-906A-F7D2D0FAD3F0}"/>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初次联系示例</a:t>
            </a:r>
          </a:p>
        </p:txBody>
      </p:sp>
      <p:sp>
        <p:nvSpPr>
          <p:cNvPr id="11" name="">
            <a:extLst xmlns:a="http://schemas.openxmlformats.org/drawingml/2006/main">
              <a:ext uri="{FF2B5EF4-FFF2-40B4-BE49-F238E27FC236}">
                <a16:creationId xmlns:a16="http://schemas.microsoft.com/office/drawing/2014/main" id="{A01029A8-A079-41BE-B92A-CED649F2A823}"/>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86C950-647E-485C-AA82-6F3DD4537E70}"/>
              </a:ext>
            </a:extLst>
          </p:cNvPr>
          <p:cNvSpPr>
            <a:spLocks xmlns:a="http://schemas.openxmlformats.org/drawingml/2006/main" noGrp="1"/>
          </p:cNvSpPr>
          <p:nvPr/>
        </p:nvSpPr>
        <p:spPr>
          <a:xfrm xmlns:a="http://schemas.openxmlformats.org/drawingml/2006/main">
            <a:off x="838200" y="2762250"/>
            <a:ext cx="476250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04CD711-2F83-4894-849A-0FC830EED590}"/>
              </a:ext>
            </a:extLst>
          </p:cNvPr>
          <p:cNvSpPr>
            <a:spLocks xmlns:a="http://schemas.openxmlformats.org/drawingml/2006/main" noGrp="1"/>
          </p:cNvSpPr>
          <p:nvPr/>
        </p:nvSpPr>
        <p:spPr>
          <a:xfrm xmlns:a="http://schemas.openxmlformats.org/drawingml/2006/main">
            <a:off x="1085850" y="2990850"/>
            <a:ext cx="426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025" b="1">
                <a:solidFill>
                  <a:srgbClr val="14315B"/>
                </a:solidFill>
              </a:defRPr>
            </a:pPr>
            <a:r>
              <a:rPr lang="zh-CN" altLang="en-US" sz="2025" b="1">
                <a:solidFill>
                  <a:srgbClr val="14315B"/>
                </a:solidFill>
              </a:rPr>
              <a:t>例 1</a:t>
            </a:r>
          </a:p>
        </p:txBody>
      </p:sp>
      <p:sp>
        <p:nvSpPr>
          <p:cNvPr id="14" name="">
            <a:extLst xmlns:a="http://schemas.openxmlformats.org/drawingml/2006/main">
              <a:ext uri="{FF2B5EF4-FFF2-40B4-BE49-F238E27FC236}">
                <a16:creationId xmlns:a16="http://schemas.microsoft.com/office/drawing/2014/main" id="{8E1B917D-D1F0-4231-B54A-FE6E8AAAFB8A}"/>
              </a:ext>
            </a:extLst>
          </p:cNvPr>
          <p:cNvSpPr>
            <a:spLocks xmlns:a="http://schemas.openxmlformats.org/drawingml/2006/main" noGrp="1"/>
          </p:cNvSpPr>
          <p:nvPr/>
        </p:nvSpPr>
        <p:spPr>
          <a:xfrm xmlns:a="http://schemas.openxmlformats.org/drawingml/2006/main">
            <a:off x="1085850" y="3486150"/>
            <a:ext cx="426720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875">
                <a:solidFill>
                  <a:srgbClr val="172B4D"/>
                </a:solidFill>
              </a:defRPr>
            </a:pPr>
            <a:r>
              <a:rPr lang="zh-CN" altLang="en-US" sz="1875">
                <a:solidFill>
                  <a:srgbClr val="172B4D"/>
                </a:solidFill>
              </a:rPr>
              <a:t>QFA160-1</a:t>
            </a:r>
          </a:p>
        </p:txBody>
      </p:sp>
      <p:sp>
        <p:nvSpPr>
          <p:cNvPr id="15" name="">
            <a:extLst xmlns:a="http://schemas.openxmlformats.org/drawingml/2006/main">
              <a:ext uri="{FF2B5EF4-FFF2-40B4-BE49-F238E27FC236}">
                <a16:creationId xmlns:a16="http://schemas.microsoft.com/office/drawing/2014/main" id="{75C6D465-AAEC-4F0F-B5E9-C922521C8199}"/>
              </a:ext>
            </a:extLst>
          </p:cNvPr>
          <p:cNvSpPr>
            <a:spLocks xmlns:a="http://schemas.openxmlformats.org/drawingml/2006/main" noGrp="1"/>
          </p:cNvSpPr>
          <p:nvPr/>
        </p:nvSpPr>
        <p:spPr>
          <a:xfrm xmlns:a="http://schemas.openxmlformats.org/drawingml/2006/main">
            <a:off x="5905500" y="2762250"/>
            <a:ext cx="476250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D4AF061F-120F-4D24-92F8-EB78742DD5AE}"/>
              </a:ext>
            </a:extLst>
          </p:cNvPr>
          <p:cNvSpPr>
            <a:spLocks xmlns:a="http://schemas.openxmlformats.org/drawingml/2006/main" noGrp="1"/>
          </p:cNvSpPr>
          <p:nvPr/>
        </p:nvSpPr>
        <p:spPr>
          <a:xfrm xmlns:a="http://schemas.openxmlformats.org/drawingml/2006/main">
            <a:off x="6153150" y="2990850"/>
            <a:ext cx="426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025" b="1">
                <a:solidFill>
                  <a:srgbClr val="14315B"/>
                </a:solidFill>
              </a:defRPr>
            </a:pPr>
            <a:r>
              <a:rPr lang="zh-CN" altLang="en-US" sz="2025" b="1">
                <a:solidFill>
                  <a:srgbClr val="14315B"/>
                </a:solidFill>
              </a:rPr>
              <a:t>例 2</a:t>
            </a:r>
          </a:p>
        </p:txBody>
      </p:sp>
      <p:sp>
        <p:nvSpPr>
          <p:cNvPr id="17" name="">
            <a:extLst xmlns:a="http://schemas.openxmlformats.org/drawingml/2006/main">
              <a:ext uri="{FF2B5EF4-FFF2-40B4-BE49-F238E27FC236}">
                <a16:creationId xmlns:a16="http://schemas.microsoft.com/office/drawing/2014/main" id="{4899F8CB-B341-4FBA-B226-4D52059854A6}"/>
              </a:ext>
            </a:extLst>
          </p:cNvPr>
          <p:cNvSpPr>
            <a:spLocks xmlns:a="http://schemas.openxmlformats.org/drawingml/2006/main" noGrp="1"/>
          </p:cNvSpPr>
          <p:nvPr/>
        </p:nvSpPr>
        <p:spPr>
          <a:xfrm xmlns:a="http://schemas.openxmlformats.org/drawingml/2006/main">
            <a:off x="6153150" y="3486150"/>
            <a:ext cx="426720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875">
                <a:solidFill>
                  <a:srgbClr val="172B4D"/>
                </a:solidFill>
              </a:defRPr>
            </a:pPr>
            <a:r>
              <a:rPr lang="zh-CN" altLang="en-US" sz="1875">
                <a:solidFill>
                  <a:srgbClr val="172B4D"/>
                </a:solidFill>
              </a:rPr>
              <a:t>QFA029-18</a:t>
            </a:r>
          </a:p>
        </p:txBody>
      </p:sp>
    </p:spTree>
    <p:extLst>
      <p:ext uri="{BB962C8B-B14F-4D97-AF65-F5344CB8AC3E}">
        <p14:creationId xmlns:p14="http://schemas.microsoft.com/office/powerpoint/2010/main" val="1965707550"/>
      </p:ext>
    </p:extLst>
  </p:cSld>
</p:sld>
</file>

<file path=ppt/slides/slide25.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B98144-EBF7-4F11-8F9C-99E23F13C7ED}"/>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EC6A26-9ECA-458A-A049-DE393A1428E1}"/>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64FB61-299F-498F-9BDE-5A8103D25589}"/>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05</a:t>
            </a:r>
          </a:p>
        </p:txBody>
      </p:sp>
      <p:sp>
        <p:nvSpPr>
          <p:cNvPr id="4" name="">
            <a:extLst xmlns:a="http://schemas.openxmlformats.org/drawingml/2006/main">
              <a:ext uri="{FF2B5EF4-FFF2-40B4-BE49-F238E27FC236}">
                <a16:creationId xmlns:a16="http://schemas.microsoft.com/office/drawing/2014/main" id="{864869E1-FDD0-462C-9D24-6A817DA255FE}"/>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5、联系签派</a:t>
            </a:r>
          </a:p>
        </p:txBody>
      </p:sp>
      <p:sp>
        <p:nvSpPr>
          <p:cNvPr id="5" name="">
            <a:extLst xmlns:a="http://schemas.openxmlformats.org/drawingml/2006/main">
              <a:ext uri="{FF2B5EF4-FFF2-40B4-BE49-F238E27FC236}">
                <a16:creationId xmlns:a16="http://schemas.microsoft.com/office/drawing/2014/main" id="{25D7B035-82BA-4B64-ADAC-18B5BE3E7AFF}"/>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B54D3080-CC57-40EE-982E-FFB4ACD02E3F}"/>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3FC5CC53-6776-4C68-AE60-0AED6AF31B75}"/>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852234190"/>
      </p:ext>
    </p:extLst>
  </p:cSld>
</p:sld>
</file>

<file path=ppt/slides/slide26.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F7CB755-0A9A-4549-8C9B-80B7913912C3}"/>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7DAD14-9B19-4AAF-BD52-813F28C99267}"/>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EE9E6A-5627-465F-8790-A9DE3BED3EC6}"/>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80047E-7C88-4E67-9EE3-44EDAEC092B9}"/>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联系签派</a:t>
            </a:r>
          </a:p>
        </p:txBody>
      </p:sp>
      <p:sp>
        <p:nvSpPr>
          <p:cNvPr id="5" name="">
            <a:extLst xmlns:a="http://schemas.openxmlformats.org/drawingml/2006/main">
              <a:ext uri="{FF2B5EF4-FFF2-40B4-BE49-F238E27FC236}">
                <a16:creationId xmlns:a16="http://schemas.microsoft.com/office/drawing/2014/main" id="{A91E802A-5CBC-40F0-8598-C1EDE68059B2}"/>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26</a:t>
            </a:r>
          </a:p>
        </p:txBody>
      </p:sp>
      <p:sp>
        <p:nvSpPr>
          <p:cNvPr id="6" name="">
            <a:extLst xmlns:a="http://schemas.openxmlformats.org/drawingml/2006/main">
              <a:ext uri="{FF2B5EF4-FFF2-40B4-BE49-F238E27FC236}">
                <a16:creationId xmlns:a16="http://schemas.microsoft.com/office/drawing/2014/main" id="{DDD7E584-E189-4C96-8CD2-4C5CB40278DE}"/>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9F3E5C-4534-4684-9A8F-04E9C41A72F7}"/>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651A10-7704-4533-8B1B-31ABD8C63BF1}"/>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77BC90CD-1562-4E1C-8551-DAAF85AFE953}"/>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联系签派</a:t>
            </a:r>
          </a:p>
        </p:txBody>
      </p:sp>
      <p:sp>
        <p:nvSpPr>
          <p:cNvPr id="10" name="">
            <a:extLst xmlns:a="http://schemas.openxmlformats.org/drawingml/2006/main">
              <a:ext uri="{FF2B5EF4-FFF2-40B4-BE49-F238E27FC236}">
                <a16:creationId xmlns:a16="http://schemas.microsoft.com/office/drawing/2014/main" id="{ED4303E6-EE84-4232-ABDE-64B383E650B0}"/>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需要处理公司事务时，联系签派</a:t>
            </a:r>
          </a:p>
        </p:txBody>
      </p:sp>
      <p:sp>
        <p:nvSpPr>
          <p:cNvPr id="11" name="">
            <a:extLst xmlns:a="http://schemas.openxmlformats.org/drawingml/2006/main">
              <a:ext uri="{FF2B5EF4-FFF2-40B4-BE49-F238E27FC236}">
                <a16:creationId xmlns:a16="http://schemas.microsoft.com/office/drawing/2014/main" id="{CEAF4552-13FB-4878-BA27-3765D887BB88}"/>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3D833D-80E5-43B0-A23E-0F241B68B384}"/>
              </a:ext>
            </a:extLst>
          </p:cNvPr>
          <p:cNvSpPr>
            <a:spLocks xmlns:a="http://schemas.openxmlformats.org/drawingml/2006/main" noGrp="1"/>
          </p:cNvSpPr>
          <p:nvPr/>
        </p:nvSpPr>
        <p:spPr>
          <a:xfrm xmlns:a="http://schemas.openxmlformats.org/drawingml/2006/main">
            <a:off x="838200" y="2647950"/>
            <a:ext cx="10515600" cy="179070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55603957-0C47-45E8-A6F2-DE6E0DF60185}"/>
              </a:ext>
            </a:extLst>
          </p:cNvPr>
          <p:cNvSpPr>
            <a:spLocks xmlns:a="http://schemas.openxmlformats.org/drawingml/2006/main" noGrp="1"/>
          </p:cNvSpPr>
          <p:nvPr/>
        </p:nvSpPr>
        <p:spPr>
          <a:xfrm xmlns:a="http://schemas.openxmlformats.org/drawingml/2006/main">
            <a:off x="1085850" y="2895600"/>
            <a:ext cx="47625" cy="12954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9834F560-9E20-4572-AC84-BFF883ABE5FB}"/>
              </a:ext>
            </a:extLst>
          </p:cNvPr>
          <p:cNvSpPr>
            <a:spLocks xmlns:a="http://schemas.openxmlformats.org/drawingml/2006/main" noGrp="1"/>
          </p:cNvSpPr>
          <p:nvPr/>
        </p:nvSpPr>
        <p:spPr>
          <a:xfrm xmlns:a="http://schemas.openxmlformats.org/drawingml/2006/main">
            <a:off x="1390650" y="2971800"/>
            <a:ext cx="9620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950">
                <a:solidFill>
                  <a:srgbClr val="172B4D"/>
                </a:solidFill>
              </a:defRPr>
            </a:pPr>
            <a:r>
              <a:rPr lang="zh-CN" altLang="en-US" sz="1950">
                <a:solidFill>
                  <a:srgbClr val="172B4D"/>
                </a:solidFill>
              </a:rPr>
              <a:t>当需要处理如乘客人数、机上货物或联系公司处理其他问题的情况时，需联系签派：Dispatch。</a:t>
            </a:r>
          </a:p>
        </p:txBody>
      </p:sp>
      <p:sp>
        <p:nvSpPr>
          <p:cNvPr id="15" name="">
            <a:extLst xmlns:a="http://schemas.openxmlformats.org/drawingml/2006/main">
              <a:ext uri="{FF2B5EF4-FFF2-40B4-BE49-F238E27FC236}">
                <a16:creationId xmlns:a16="http://schemas.microsoft.com/office/drawing/2014/main" id="{B8051F63-F377-45B7-AA9B-FF0571972E42}"/>
              </a:ext>
            </a:extLst>
          </p:cNvPr>
          <p:cNvSpPr>
            <a:spLocks xmlns:a="http://schemas.openxmlformats.org/drawingml/2006/main" noGrp="1"/>
          </p:cNvSpPr>
          <p:nvPr/>
        </p:nvSpPr>
        <p:spPr>
          <a:xfrm xmlns:a="http://schemas.openxmlformats.org/drawingml/2006/main">
            <a:off x="838200" y="4953000"/>
            <a:ext cx="20002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779344A-B9BB-4E96-8A5D-637816B19684}"/>
              </a:ext>
            </a:extLst>
          </p:cNvPr>
          <p:cNvSpPr>
            <a:spLocks xmlns:a="http://schemas.openxmlformats.org/drawingml/2006/main" noGrp="1"/>
          </p:cNvSpPr>
          <p:nvPr/>
        </p:nvSpPr>
        <p:spPr>
          <a:xfrm xmlns:a="http://schemas.openxmlformats.org/drawingml/2006/main">
            <a:off x="838200" y="5029200"/>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例：QFA923-1</a:t>
            </a:r>
          </a:p>
        </p:txBody>
      </p:sp>
    </p:spTree>
    <p:extLst>
      <p:ext uri="{BB962C8B-B14F-4D97-AF65-F5344CB8AC3E}">
        <p14:creationId xmlns:p14="http://schemas.microsoft.com/office/powerpoint/2010/main" val="141855526"/>
      </p:ext>
    </p:extLst>
  </p:cSld>
</p:sld>
</file>

<file path=ppt/slides/slide27.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1FF358-3194-4FE0-B4AC-1357CCD95C08}"/>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7CBC53-67EC-4364-85AE-87CA6344F2BA}"/>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8B0761-19E7-489B-847C-1ECFDDABAFE8}"/>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06</a:t>
            </a:r>
          </a:p>
        </p:txBody>
      </p:sp>
      <p:sp>
        <p:nvSpPr>
          <p:cNvPr id="4" name="">
            <a:extLst xmlns:a="http://schemas.openxmlformats.org/drawingml/2006/main">
              <a:ext uri="{FF2B5EF4-FFF2-40B4-BE49-F238E27FC236}">
                <a16:creationId xmlns:a16="http://schemas.microsoft.com/office/drawing/2014/main" id="{ED31C14B-E699-4271-8149-1AEE2A68F602}"/>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6、表达“由于……我们……”</a:t>
            </a:r>
          </a:p>
        </p:txBody>
      </p:sp>
      <p:sp>
        <p:nvSpPr>
          <p:cNvPr id="5" name="">
            <a:extLst xmlns:a="http://schemas.openxmlformats.org/drawingml/2006/main">
              <a:ext uri="{FF2B5EF4-FFF2-40B4-BE49-F238E27FC236}">
                <a16:creationId xmlns:a16="http://schemas.microsoft.com/office/drawing/2014/main" id="{5192E68F-E4A5-4B7A-8518-0DD4D93C68D0}"/>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5C48E912-E75D-4779-9B0B-3E0DCEB2512D}"/>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765D3665-B4D0-4D60-B84A-49FAA575AFAD}"/>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594242417"/>
      </p:ext>
    </p:extLst>
  </p:cSld>
</p:sld>
</file>

<file path=ppt/slides/slide28.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EF60102-073C-4CA8-A8A1-47988D81E683}"/>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2D89B5-D828-4EBF-84C7-9FB441AA373E}"/>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467A98-81B8-40D5-AD3F-A74F612B0075}"/>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610212-8C5C-4878-8473-20B30ABF3954}"/>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表达结构</a:t>
            </a:r>
          </a:p>
        </p:txBody>
      </p:sp>
      <p:sp>
        <p:nvSpPr>
          <p:cNvPr id="5" name="">
            <a:extLst xmlns:a="http://schemas.openxmlformats.org/drawingml/2006/main">
              <a:ext uri="{FF2B5EF4-FFF2-40B4-BE49-F238E27FC236}">
                <a16:creationId xmlns:a16="http://schemas.microsoft.com/office/drawing/2014/main" id="{EAA81E69-C920-48F3-975A-47167D1A0651}"/>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28</a:t>
            </a:r>
          </a:p>
        </p:txBody>
      </p:sp>
      <p:sp>
        <p:nvSpPr>
          <p:cNvPr id="6" name="">
            <a:extLst xmlns:a="http://schemas.openxmlformats.org/drawingml/2006/main">
              <a:ext uri="{FF2B5EF4-FFF2-40B4-BE49-F238E27FC236}">
                <a16:creationId xmlns:a16="http://schemas.microsoft.com/office/drawing/2014/main" id="{D232545B-E0F1-481F-9725-A98163EC577F}"/>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F0244C-02CE-444D-802D-C025FBE3494A}"/>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300808-C214-46F5-93B1-91ABF0B5BE38}"/>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EA317B39-52F5-4942-9589-6DC46ABEFEBF}"/>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表达结构</a:t>
            </a:r>
          </a:p>
        </p:txBody>
      </p:sp>
      <p:sp>
        <p:nvSpPr>
          <p:cNvPr id="10" name="">
            <a:extLst xmlns:a="http://schemas.openxmlformats.org/drawingml/2006/main">
              <a:ext uri="{FF2B5EF4-FFF2-40B4-BE49-F238E27FC236}">
                <a16:creationId xmlns:a16="http://schemas.microsoft.com/office/drawing/2014/main" id="{D19ED936-2C62-4300-8287-177464D485B8}"/>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“由于……我们……”的表达</a:t>
            </a:r>
          </a:p>
        </p:txBody>
      </p:sp>
      <p:sp>
        <p:nvSpPr>
          <p:cNvPr id="11" name="">
            <a:extLst xmlns:a="http://schemas.openxmlformats.org/drawingml/2006/main">
              <a:ext uri="{FF2B5EF4-FFF2-40B4-BE49-F238E27FC236}">
                <a16:creationId xmlns:a16="http://schemas.microsoft.com/office/drawing/2014/main" id="{08AB24F0-42A8-45CA-91F6-F36B341E9A63}"/>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9705798-541E-45E1-889A-00707ED9E212}"/>
              </a:ext>
            </a:extLst>
          </p:cNvPr>
          <p:cNvSpPr>
            <a:spLocks xmlns:a="http://schemas.openxmlformats.org/drawingml/2006/main" noGrp="1"/>
          </p:cNvSpPr>
          <p:nvPr/>
        </p:nvSpPr>
        <p:spPr>
          <a:xfrm xmlns:a="http://schemas.openxmlformats.org/drawingml/2006/main">
            <a:off x="838200" y="2381250"/>
            <a:ext cx="10515600" cy="15621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228F12D-20CF-474F-BD94-2A2EE1283DF0}"/>
              </a:ext>
            </a:extLst>
          </p:cNvPr>
          <p:cNvSpPr>
            <a:spLocks xmlns:a="http://schemas.openxmlformats.org/drawingml/2006/main" noGrp="1"/>
          </p:cNvSpPr>
          <p:nvPr/>
        </p:nvSpPr>
        <p:spPr>
          <a:xfrm xmlns:a="http://schemas.openxmlformats.org/drawingml/2006/main">
            <a:off x="1085850" y="2628900"/>
            <a:ext cx="47625" cy="10668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08604A76-912B-41B9-9421-80FCD23D806C}"/>
              </a:ext>
            </a:extLst>
          </p:cNvPr>
          <p:cNvSpPr>
            <a:spLocks xmlns:a="http://schemas.openxmlformats.org/drawingml/2006/main" noGrp="1"/>
          </p:cNvSpPr>
          <p:nvPr/>
        </p:nvSpPr>
        <p:spPr>
          <a:xfrm xmlns:a="http://schemas.openxmlformats.org/drawingml/2006/main">
            <a:off x="1390650" y="2705100"/>
            <a:ext cx="9620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575">
                <a:solidFill>
                  <a:srgbClr val="172B4D"/>
                </a:solidFill>
              </a:defRPr>
            </a:pPr>
            <a:r>
              <a:rPr lang="zh-CN" altLang="en-US" sz="1575">
                <a:solidFill>
                  <a:srgbClr val="172B4D"/>
                </a:solidFill>
              </a:rPr>
              <a:t>在陆空通话题型，尤其特情题中，很常见的一种表达结构，即 “由于（某些原因）我们（需要做某事或已经做某事）”。</a:t>
            </a:r>
          </a:p>
        </p:txBody>
      </p:sp>
      <p:sp>
        <p:nvSpPr>
          <p:cNvPr id="15" name="">
            <a:extLst xmlns:a="http://schemas.openxmlformats.org/drawingml/2006/main">
              <a:ext uri="{FF2B5EF4-FFF2-40B4-BE49-F238E27FC236}">
                <a16:creationId xmlns:a16="http://schemas.microsoft.com/office/drawing/2014/main" id="{DD68FCA0-F1B0-4CAE-B580-714B23F17CE1}"/>
              </a:ext>
            </a:extLst>
          </p:cNvPr>
          <p:cNvSpPr>
            <a:spLocks xmlns:a="http://schemas.openxmlformats.org/drawingml/2006/main" noGrp="1"/>
          </p:cNvSpPr>
          <p:nvPr/>
        </p:nvSpPr>
        <p:spPr>
          <a:xfrm xmlns:a="http://schemas.openxmlformats.org/drawingml/2006/main">
            <a:off x="838200" y="4324350"/>
            <a:ext cx="4819650" cy="10096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7D8FC294-D563-4F8F-8935-8D9F908749DD}"/>
              </a:ext>
            </a:extLst>
          </p:cNvPr>
          <p:cNvSpPr>
            <a:spLocks xmlns:a="http://schemas.openxmlformats.org/drawingml/2006/main" noGrp="1"/>
          </p:cNvSpPr>
          <p:nvPr/>
        </p:nvSpPr>
        <p:spPr>
          <a:xfrm xmlns:a="http://schemas.openxmlformats.org/drawingml/2006/main">
            <a:off x="1085850" y="455295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75" b="1">
                <a:solidFill>
                  <a:srgbClr val="14315B"/>
                </a:solidFill>
              </a:defRPr>
            </a:pPr>
            <a:r>
              <a:rPr lang="zh-CN" altLang="en-US" sz="1575" b="1">
                <a:solidFill>
                  <a:srgbClr val="14315B"/>
                </a:solidFill>
              </a:rPr>
              <a:t>Request…due to…</a:t>
            </a:r>
          </a:p>
        </p:txBody>
      </p:sp>
      <p:sp>
        <p:nvSpPr>
          <p:cNvPr id="17" name="">
            <a:extLst xmlns:a="http://schemas.openxmlformats.org/drawingml/2006/main">
              <a:ext uri="{FF2B5EF4-FFF2-40B4-BE49-F238E27FC236}">
                <a16:creationId xmlns:a16="http://schemas.microsoft.com/office/drawing/2014/main" id="{ABA49B7C-AA61-4B34-AFB3-F4AEA2CFDCB5}"/>
              </a:ext>
            </a:extLst>
          </p:cNvPr>
          <p:cNvSpPr>
            <a:spLocks xmlns:a="http://schemas.openxmlformats.org/drawingml/2006/main" noGrp="1"/>
          </p:cNvSpPr>
          <p:nvPr/>
        </p:nvSpPr>
        <p:spPr>
          <a:xfrm xmlns:a="http://schemas.openxmlformats.org/drawingml/2006/main">
            <a:off x="1085850" y="5048250"/>
            <a:ext cx="4324350" cy="95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E105E49A-982A-4039-846C-C4A27684EE55}"/>
              </a:ext>
            </a:extLst>
          </p:cNvPr>
          <p:cNvSpPr>
            <a:spLocks xmlns:a="http://schemas.openxmlformats.org/drawingml/2006/main" noGrp="1"/>
          </p:cNvSpPr>
          <p:nvPr/>
        </p:nvSpPr>
        <p:spPr>
          <a:xfrm xmlns:a="http://schemas.openxmlformats.org/drawingml/2006/main">
            <a:off x="5943600" y="4324350"/>
            <a:ext cx="4819650" cy="10096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84E16686-3906-493F-9080-014F990836D4}"/>
              </a:ext>
            </a:extLst>
          </p:cNvPr>
          <p:cNvSpPr>
            <a:spLocks xmlns:a="http://schemas.openxmlformats.org/drawingml/2006/main" noGrp="1"/>
          </p:cNvSpPr>
          <p:nvPr/>
        </p:nvSpPr>
        <p:spPr>
          <a:xfrm xmlns:a="http://schemas.openxmlformats.org/drawingml/2006/main">
            <a:off x="6191250" y="455295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75" b="1">
                <a:solidFill>
                  <a:srgbClr val="14315B"/>
                </a:solidFill>
              </a:defRPr>
            </a:pPr>
            <a:r>
              <a:rPr lang="zh-CN" altLang="en-US" sz="1575" b="1">
                <a:solidFill>
                  <a:srgbClr val="14315B"/>
                </a:solidFill>
              </a:rPr>
              <a:t>We have…due to…</a:t>
            </a:r>
          </a:p>
        </p:txBody>
      </p:sp>
      <p:sp>
        <p:nvSpPr>
          <p:cNvPr id="20" name="">
            <a:extLst xmlns:a="http://schemas.openxmlformats.org/drawingml/2006/main">
              <a:ext uri="{FF2B5EF4-FFF2-40B4-BE49-F238E27FC236}">
                <a16:creationId xmlns:a16="http://schemas.microsoft.com/office/drawing/2014/main" id="{EF084C74-9CC0-4513-9749-6FA9FC841BAD}"/>
              </a:ext>
            </a:extLst>
          </p:cNvPr>
          <p:cNvSpPr>
            <a:spLocks xmlns:a="http://schemas.openxmlformats.org/drawingml/2006/main" noGrp="1"/>
          </p:cNvSpPr>
          <p:nvPr/>
        </p:nvSpPr>
        <p:spPr>
          <a:xfrm xmlns:a="http://schemas.openxmlformats.org/drawingml/2006/main">
            <a:off x="6191250" y="5048250"/>
            <a:ext cx="4324350" cy="95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552AD398-9B96-495B-AB78-FC6DF33D75CB}"/>
              </a:ext>
            </a:extLst>
          </p:cNvPr>
          <p:cNvSpPr>
            <a:spLocks xmlns:a="http://schemas.openxmlformats.org/drawingml/2006/main" noGrp="1"/>
          </p:cNvSpPr>
          <p:nvPr/>
        </p:nvSpPr>
        <p:spPr>
          <a:xfrm xmlns:a="http://schemas.openxmlformats.org/drawingml/2006/main">
            <a:off x="838200" y="5657850"/>
            <a:ext cx="16192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827C3BE-99A3-482F-A6EC-8F189E101DB6}"/>
              </a:ext>
            </a:extLst>
          </p:cNvPr>
          <p:cNvSpPr>
            <a:spLocks xmlns:a="http://schemas.openxmlformats.org/drawingml/2006/main" noGrp="1"/>
          </p:cNvSpPr>
          <p:nvPr/>
        </p:nvSpPr>
        <p:spPr>
          <a:xfrm xmlns:a="http://schemas.openxmlformats.org/drawingml/2006/main">
            <a:off x="838200" y="57340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例：ACA121</a:t>
            </a:r>
          </a:p>
        </p:txBody>
      </p:sp>
    </p:spTree>
    <p:extLst>
      <p:ext uri="{BB962C8B-B14F-4D97-AF65-F5344CB8AC3E}">
        <p14:creationId xmlns:p14="http://schemas.microsoft.com/office/powerpoint/2010/main" val="1252259643"/>
      </p:ext>
    </p:extLst>
  </p:cSld>
</p:sld>
</file>

<file path=ppt/slides/slide29.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A1FE06-E409-4F16-A677-FE22F178543C}"/>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6741AF-47BE-4304-86BE-09EE58382EEF}"/>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469D9B-F422-4197-967B-B443646EBD48}"/>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07</a:t>
            </a:r>
          </a:p>
        </p:txBody>
      </p:sp>
      <p:sp>
        <p:nvSpPr>
          <p:cNvPr id="4" name="">
            <a:extLst xmlns:a="http://schemas.openxmlformats.org/drawingml/2006/main">
              <a:ext uri="{FF2B5EF4-FFF2-40B4-BE49-F238E27FC236}">
                <a16:creationId xmlns:a16="http://schemas.microsoft.com/office/drawing/2014/main" id="{CE4F93F7-E9E3-4799-A11C-5315D2F48116}"/>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7、MAYDAY 和 PANPAN 的使用</a:t>
            </a:r>
          </a:p>
        </p:txBody>
      </p:sp>
      <p:sp>
        <p:nvSpPr>
          <p:cNvPr id="5" name="">
            <a:extLst xmlns:a="http://schemas.openxmlformats.org/drawingml/2006/main">
              <a:ext uri="{FF2B5EF4-FFF2-40B4-BE49-F238E27FC236}">
                <a16:creationId xmlns:a16="http://schemas.microsoft.com/office/drawing/2014/main" id="{DCA15B3E-A951-4EBC-B5F0-D0C987EFFF56}"/>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D6A8A8CE-91CF-40B1-9056-48CCBFC7834E}"/>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C18C8AEF-470B-4F4F-A7CF-2D9586E9AFC3}"/>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855204430"/>
      </p:ext>
    </p:extLst>
  </p:cSld>
</p:sld>
</file>

<file path=ppt/slides/slide30.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1516F1-8AA6-4D7F-8B54-E2C45913C98E}"/>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44569F-B2D7-4862-85C6-E7757E9CED69}"/>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AEFE0D-F17E-41AE-8405-AD5FEDF10EDD}"/>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C07B8C-152F-4A35-94D6-0AF77D744F89}"/>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MAYDAY · PANPAN</a:t>
            </a:r>
          </a:p>
        </p:txBody>
      </p:sp>
      <p:sp>
        <p:nvSpPr>
          <p:cNvPr id="5" name="">
            <a:extLst xmlns:a="http://schemas.openxmlformats.org/drawingml/2006/main">
              <a:ext uri="{FF2B5EF4-FFF2-40B4-BE49-F238E27FC236}">
                <a16:creationId xmlns:a16="http://schemas.microsoft.com/office/drawing/2014/main" id="{07DCF825-919A-48FA-8401-C4F0452AC262}"/>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30</a:t>
            </a:r>
          </a:p>
        </p:txBody>
      </p:sp>
      <p:sp>
        <p:nvSpPr>
          <p:cNvPr id="6" name="">
            <a:extLst xmlns:a="http://schemas.openxmlformats.org/drawingml/2006/main">
              <a:ext uri="{FF2B5EF4-FFF2-40B4-BE49-F238E27FC236}">
                <a16:creationId xmlns:a16="http://schemas.microsoft.com/office/drawing/2014/main" id="{49D4D954-320D-4007-9539-B70CD1FDB986}"/>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2CC66E-569C-468E-A9AF-A2D4FD6B83A6}"/>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AE0F33-7EA0-4FC8-BF0E-6AF38452671A}"/>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291E3DCD-54C9-4504-B193-129240A662F2}"/>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MAYDAY · PANPAN</a:t>
            </a:r>
          </a:p>
        </p:txBody>
      </p:sp>
      <p:sp>
        <p:nvSpPr>
          <p:cNvPr id="10" name="">
            <a:extLst xmlns:a="http://schemas.openxmlformats.org/drawingml/2006/main">
              <a:ext uri="{FF2B5EF4-FFF2-40B4-BE49-F238E27FC236}">
                <a16:creationId xmlns:a16="http://schemas.microsoft.com/office/drawing/2014/main" id="{6FD5620F-5FC4-48DE-863F-9749195B29E8}"/>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紧急与遇险的呼叫格式</a:t>
            </a:r>
          </a:p>
        </p:txBody>
      </p:sp>
      <p:sp>
        <p:nvSpPr>
          <p:cNvPr id="11" name="">
            <a:extLst xmlns:a="http://schemas.openxmlformats.org/drawingml/2006/main">
              <a:ext uri="{FF2B5EF4-FFF2-40B4-BE49-F238E27FC236}">
                <a16:creationId xmlns:a16="http://schemas.microsoft.com/office/drawing/2014/main" id="{D2289ECA-A0E6-4012-8A4A-9F22FF396108}"/>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14575B-A6C9-4799-8813-C813363AA7AA}"/>
              </a:ext>
            </a:extLst>
          </p:cNvPr>
          <p:cNvSpPr>
            <a:spLocks xmlns:a="http://schemas.openxmlformats.org/drawingml/2006/main" noGrp="1"/>
          </p:cNvSpPr>
          <p:nvPr/>
        </p:nvSpPr>
        <p:spPr>
          <a:xfrm xmlns:a="http://schemas.openxmlformats.org/drawingml/2006/main">
            <a:off x="838200" y="2400300"/>
            <a:ext cx="952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a:solidFill>
                  <a:srgbClr val="5B6B82"/>
                </a:solidFill>
              </a:defRPr>
            </a:pPr>
            <a:r>
              <a:rPr lang="zh-CN" altLang="en-US" sz="1650">
                <a:solidFill>
                  <a:srgbClr val="5B6B82"/>
                </a:solidFill>
              </a:rPr>
              <a:t>遇到紧急情况需要申请帮助时，需以 MAYDAY 或 PANPAN 开头。</a:t>
            </a:r>
          </a:p>
        </p:txBody>
      </p:sp>
      <p:sp>
        <p:nvSpPr>
          <p:cNvPr id="13" name="">
            <a:extLst xmlns:a="http://schemas.openxmlformats.org/drawingml/2006/main">
              <a:ext uri="{FF2B5EF4-FFF2-40B4-BE49-F238E27FC236}">
                <a16:creationId xmlns:a16="http://schemas.microsoft.com/office/drawing/2014/main" id="{EC3BC2CF-3B0C-4E18-9699-CB1B0ED3AB56}"/>
              </a:ext>
            </a:extLst>
          </p:cNvPr>
          <p:cNvSpPr>
            <a:spLocks xmlns:a="http://schemas.openxmlformats.org/drawingml/2006/main" noGrp="1"/>
          </p:cNvSpPr>
          <p:nvPr/>
        </p:nvSpPr>
        <p:spPr>
          <a:xfrm xmlns:a="http://schemas.openxmlformats.org/drawingml/2006/main">
            <a:off x="838200" y="2952750"/>
            <a:ext cx="4819650" cy="22098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C22E699-ED93-4CA0-956A-A042364943DF}"/>
              </a:ext>
            </a:extLst>
          </p:cNvPr>
          <p:cNvSpPr>
            <a:spLocks xmlns:a="http://schemas.openxmlformats.org/drawingml/2006/main" noGrp="1"/>
          </p:cNvSpPr>
          <p:nvPr/>
        </p:nvSpPr>
        <p:spPr>
          <a:xfrm xmlns:a="http://schemas.openxmlformats.org/drawingml/2006/main">
            <a:off x="1085850" y="318135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75" b="1">
                <a:solidFill>
                  <a:srgbClr val="14315B"/>
                </a:solidFill>
              </a:defRPr>
            </a:pPr>
            <a:r>
              <a:rPr lang="zh-CN" altLang="en-US" sz="1875" b="1">
                <a:solidFill>
                  <a:srgbClr val="14315B"/>
                </a:solidFill>
              </a:rPr>
              <a:t>PANPAN</a:t>
            </a:r>
          </a:p>
        </p:txBody>
      </p:sp>
      <p:sp>
        <p:nvSpPr>
          <p:cNvPr id="15" name="">
            <a:extLst xmlns:a="http://schemas.openxmlformats.org/drawingml/2006/main">
              <a:ext uri="{FF2B5EF4-FFF2-40B4-BE49-F238E27FC236}">
                <a16:creationId xmlns:a16="http://schemas.microsoft.com/office/drawing/2014/main" id="{F4615BCE-35E5-4C4F-99BC-ABB88ACBB7E9}"/>
              </a:ext>
            </a:extLst>
          </p:cNvPr>
          <p:cNvSpPr>
            <a:spLocks xmlns:a="http://schemas.openxmlformats.org/drawingml/2006/main" noGrp="1"/>
          </p:cNvSpPr>
          <p:nvPr/>
        </p:nvSpPr>
        <p:spPr>
          <a:xfrm xmlns:a="http://schemas.openxmlformats.org/drawingml/2006/main">
            <a:off x="1085850" y="3676650"/>
            <a:ext cx="43243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350">
                <a:solidFill>
                  <a:srgbClr val="172B4D"/>
                </a:solidFill>
              </a:defRPr>
            </a:pPr>
            <a:r>
              <a:rPr lang="zh-CN" altLang="en-US" sz="1350">
                <a:solidFill>
                  <a:srgbClr val="172B4D"/>
                </a:solidFill>
              </a:rPr>
              <a:t>题干中给出 “this is an urgency call” 时，用 “PAN PAN PAN + 对方呼号 + 己方呼号” 的格式表紧急情况。</a:t>
            </a:r>
          </a:p>
        </p:txBody>
      </p:sp>
      <p:sp>
        <p:nvSpPr>
          <p:cNvPr id="16" name="">
            <a:extLst xmlns:a="http://schemas.openxmlformats.org/drawingml/2006/main">
              <a:ext uri="{FF2B5EF4-FFF2-40B4-BE49-F238E27FC236}">
                <a16:creationId xmlns:a16="http://schemas.microsoft.com/office/drawing/2014/main" id="{E27F7772-4B88-4458-BD75-4377E0FAE4A5}"/>
              </a:ext>
            </a:extLst>
          </p:cNvPr>
          <p:cNvSpPr>
            <a:spLocks xmlns:a="http://schemas.openxmlformats.org/drawingml/2006/main" noGrp="1"/>
          </p:cNvSpPr>
          <p:nvPr/>
        </p:nvSpPr>
        <p:spPr>
          <a:xfrm xmlns:a="http://schemas.openxmlformats.org/drawingml/2006/main">
            <a:off x="5943600" y="2952750"/>
            <a:ext cx="4819650" cy="22098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CC9576F-7B57-43BC-9897-55EB56F4021B}"/>
              </a:ext>
            </a:extLst>
          </p:cNvPr>
          <p:cNvSpPr>
            <a:spLocks xmlns:a="http://schemas.openxmlformats.org/drawingml/2006/main" noGrp="1"/>
          </p:cNvSpPr>
          <p:nvPr/>
        </p:nvSpPr>
        <p:spPr>
          <a:xfrm xmlns:a="http://schemas.openxmlformats.org/drawingml/2006/main">
            <a:off x="6191250" y="3181350"/>
            <a:ext cx="4324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875" b="1">
                <a:solidFill>
                  <a:srgbClr val="14315B"/>
                </a:solidFill>
              </a:defRPr>
            </a:pPr>
            <a:r>
              <a:rPr lang="zh-CN" altLang="en-US" sz="1875" b="1">
                <a:solidFill>
                  <a:srgbClr val="14315B"/>
                </a:solidFill>
              </a:rPr>
              <a:t>MAYDAY</a:t>
            </a:r>
          </a:p>
        </p:txBody>
      </p:sp>
      <p:sp>
        <p:nvSpPr>
          <p:cNvPr id="18" name="">
            <a:extLst xmlns:a="http://schemas.openxmlformats.org/drawingml/2006/main">
              <a:ext uri="{FF2B5EF4-FFF2-40B4-BE49-F238E27FC236}">
                <a16:creationId xmlns:a16="http://schemas.microsoft.com/office/drawing/2014/main" id="{843821D7-35B3-4F43-8C7D-203A301E987D}"/>
              </a:ext>
            </a:extLst>
          </p:cNvPr>
          <p:cNvSpPr>
            <a:spLocks xmlns:a="http://schemas.openxmlformats.org/drawingml/2006/main" noGrp="1"/>
          </p:cNvSpPr>
          <p:nvPr/>
        </p:nvSpPr>
        <p:spPr>
          <a:xfrm xmlns:a="http://schemas.openxmlformats.org/drawingml/2006/main">
            <a:off x="6191250" y="3676650"/>
            <a:ext cx="43243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22000"/>
              </a:lnSpc>
              <a:buNone/>
              <a:defRPr lang="zh-CN" altLang="en-US" sz="1350">
                <a:solidFill>
                  <a:srgbClr val="172B4D"/>
                </a:solidFill>
              </a:defRPr>
            </a:pPr>
            <a:r>
              <a:rPr lang="zh-CN" altLang="en-US" sz="1350">
                <a:solidFill>
                  <a:srgbClr val="172B4D"/>
                </a:solidFill>
              </a:rPr>
              <a:t>题干中给出 “this is a distress call” 时，用 “MAYDAY MAYDAY MAYDAY + 对方呼号 + 己方呼号” 的格式表遇险。</a:t>
            </a:r>
          </a:p>
        </p:txBody>
      </p:sp>
      <p:sp>
        <p:nvSpPr>
          <p:cNvPr id="19" name="">
            <a:extLst xmlns:a="http://schemas.openxmlformats.org/drawingml/2006/main">
              <a:ext uri="{FF2B5EF4-FFF2-40B4-BE49-F238E27FC236}">
                <a16:creationId xmlns:a16="http://schemas.microsoft.com/office/drawing/2014/main" id="{51A8D6FA-6FE3-4E8C-A55D-806CBDF8802B}"/>
              </a:ext>
            </a:extLst>
          </p:cNvPr>
          <p:cNvSpPr>
            <a:spLocks xmlns:a="http://schemas.openxmlformats.org/drawingml/2006/main" noGrp="1"/>
          </p:cNvSpPr>
          <p:nvPr/>
        </p:nvSpPr>
        <p:spPr>
          <a:xfrm xmlns:a="http://schemas.openxmlformats.org/drawingml/2006/main">
            <a:off x="838200" y="5543550"/>
            <a:ext cx="213360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FE51487-AB94-4D87-B4FD-B6753ED372E1}"/>
              </a:ext>
            </a:extLst>
          </p:cNvPr>
          <p:cNvSpPr>
            <a:spLocks xmlns:a="http://schemas.openxmlformats.org/drawingml/2006/main" noGrp="1"/>
          </p:cNvSpPr>
          <p:nvPr/>
        </p:nvSpPr>
        <p:spPr>
          <a:xfrm xmlns:a="http://schemas.openxmlformats.org/drawingml/2006/main">
            <a:off x="838200" y="5619750"/>
            <a:ext cx="2133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例：QFA923-15</a:t>
            </a:r>
          </a:p>
        </p:txBody>
      </p:sp>
    </p:spTree>
    <p:extLst>
      <p:ext uri="{BB962C8B-B14F-4D97-AF65-F5344CB8AC3E}">
        <p14:creationId xmlns:p14="http://schemas.microsoft.com/office/powerpoint/2010/main" val="1810012198"/>
      </p:ext>
    </p:extLst>
  </p:cSld>
</p:sld>
</file>

<file path=ppt/slides/slide31.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2240363-11F0-400E-A908-864A85B98EFE}"/>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8CC287-ACDE-4930-A61C-5D09F3A5DB33}"/>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6E9C25-9D1D-40B7-A9A0-D90A7CD3D95B}"/>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C52D7E-24B1-417C-BE70-AFFDAA71726F}"/>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MAYDAY · PANPAN</a:t>
            </a:r>
          </a:p>
        </p:txBody>
      </p:sp>
      <p:sp>
        <p:nvSpPr>
          <p:cNvPr id="5" name="">
            <a:extLst xmlns:a="http://schemas.openxmlformats.org/drawingml/2006/main">
              <a:ext uri="{FF2B5EF4-FFF2-40B4-BE49-F238E27FC236}">
                <a16:creationId xmlns:a16="http://schemas.microsoft.com/office/drawing/2014/main" id="{3BEC1907-CC4D-4CF5-9BA9-1EEE877A5AE6}"/>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31</a:t>
            </a:r>
          </a:p>
        </p:txBody>
      </p:sp>
      <p:sp>
        <p:nvSpPr>
          <p:cNvPr id="6" name="">
            <a:extLst xmlns:a="http://schemas.openxmlformats.org/drawingml/2006/main">
              <a:ext uri="{FF2B5EF4-FFF2-40B4-BE49-F238E27FC236}">
                <a16:creationId xmlns:a16="http://schemas.microsoft.com/office/drawing/2014/main" id="{0EFCF33B-9375-4601-B2E8-CF9827B8D316}"/>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B288F6-7AFC-4B99-A7C5-768E6385F337}"/>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B77CDA-50A0-4800-8F15-4300FE232384}"/>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A37FB758-C2D6-4F9E-8C8E-E65D912B8DBB}"/>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MAYDAY · PANPAN</a:t>
            </a:r>
          </a:p>
        </p:txBody>
      </p:sp>
      <p:sp>
        <p:nvSpPr>
          <p:cNvPr id="10" name="">
            <a:extLst xmlns:a="http://schemas.openxmlformats.org/drawingml/2006/main">
              <a:ext uri="{FF2B5EF4-FFF2-40B4-BE49-F238E27FC236}">
                <a16:creationId xmlns:a16="http://schemas.microsoft.com/office/drawing/2014/main" id="{4ADF10CF-EDE8-4D65-AF6F-E17E589C24CF}"/>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必须喊 MAYDAY 的情况</a:t>
            </a:r>
          </a:p>
        </p:txBody>
      </p:sp>
      <p:sp>
        <p:nvSpPr>
          <p:cNvPr id="11" name="">
            <a:extLst xmlns:a="http://schemas.openxmlformats.org/drawingml/2006/main">
              <a:ext uri="{FF2B5EF4-FFF2-40B4-BE49-F238E27FC236}">
                <a16:creationId xmlns:a16="http://schemas.microsoft.com/office/drawing/2014/main" id="{31593F53-1A53-4C8C-BEA7-512D225FC95E}"/>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066100-3C1E-4C41-BF77-82607EECD862}"/>
              </a:ext>
            </a:extLst>
          </p:cNvPr>
          <p:cNvSpPr>
            <a:spLocks xmlns:a="http://schemas.openxmlformats.org/drawingml/2006/main" noGrp="1"/>
          </p:cNvSpPr>
          <p:nvPr/>
        </p:nvSpPr>
        <p:spPr>
          <a:xfrm xmlns:a="http://schemas.openxmlformats.org/drawingml/2006/main">
            <a:off x="838200" y="2400300"/>
            <a:ext cx="10287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00">
                <a:solidFill>
                  <a:srgbClr val="5B6B82"/>
                </a:solidFill>
              </a:defRPr>
            </a:pPr>
            <a:r>
              <a:rPr lang="zh-CN" altLang="en-US" sz="1500">
                <a:solidFill>
                  <a:srgbClr val="5B6B82"/>
                </a:solidFill>
              </a:rPr>
              <a:t>当题干中没有给此特情为紧急情况或遇险情况时，可根据经验自行判断，也可不说。</a:t>
            </a:r>
          </a:p>
        </p:txBody>
      </p:sp>
      <p:sp>
        <p:nvSpPr>
          <p:cNvPr id="13" name="">
            <a:extLst xmlns:a="http://schemas.openxmlformats.org/drawingml/2006/main">
              <a:ext uri="{FF2B5EF4-FFF2-40B4-BE49-F238E27FC236}">
                <a16:creationId xmlns:a16="http://schemas.microsoft.com/office/drawing/2014/main" id="{97AC8512-E706-452C-A29F-86CDF47C5898}"/>
              </a:ext>
            </a:extLst>
          </p:cNvPr>
          <p:cNvSpPr>
            <a:spLocks xmlns:a="http://schemas.openxmlformats.org/drawingml/2006/main" noGrp="1"/>
          </p:cNvSpPr>
          <p:nvPr/>
        </p:nvSpPr>
        <p:spPr>
          <a:xfrm xmlns:a="http://schemas.openxmlformats.org/drawingml/2006/main">
            <a:off x="838200" y="2876550"/>
            <a:ext cx="10515600" cy="29718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9E1498E-F791-41D1-9831-E9826F62813C}"/>
              </a:ext>
            </a:extLst>
          </p:cNvPr>
          <p:cNvSpPr>
            <a:spLocks xmlns:a="http://schemas.openxmlformats.org/drawingml/2006/main" noGrp="1"/>
          </p:cNvSpPr>
          <p:nvPr/>
        </p:nvSpPr>
        <p:spPr>
          <a:xfrm xmlns:a="http://schemas.openxmlformats.org/drawingml/2006/main">
            <a:off x="1085850" y="3124200"/>
            <a:ext cx="47625" cy="24765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5" name="">
            <a:extLst xmlns:a="http://schemas.openxmlformats.org/drawingml/2006/main">
              <a:ext uri="{FF2B5EF4-FFF2-40B4-BE49-F238E27FC236}">
                <a16:creationId xmlns:a16="http://schemas.microsoft.com/office/drawing/2014/main" id="{237D3106-44B1-4EFB-AB27-3CA2277B42A7}"/>
              </a:ext>
            </a:extLst>
          </p:cNvPr>
          <p:cNvSpPr>
            <a:spLocks xmlns:a="http://schemas.openxmlformats.org/drawingml/2006/main" noGrp="1"/>
          </p:cNvSpPr>
          <p:nvPr/>
        </p:nvSpPr>
        <p:spPr>
          <a:xfrm xmlns:a="http://schemas.openxmlformats.org/drawingml/2006/main">
            <a:off x="1390650" y="3200400"/>
            <a:ext cx="9620250" cy="2324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350">
                <a:solidFill>
                  <a:srgbClr val="172B4D"/>
                </a:solidFill>
              </a:defRPr>
            </a:pPr>
            <a:r>
              <a:rPr lang="zh-CN" altLang="en-US" sz="1350">
                <a:solidFill>
                  <a:srgbClr val="172B4D"/>
                </a:solidFill>
              </a:rPr>
              <a:t>即刻致命危险：</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1. 全部发动机失效、空中起火 / 浓烟、严重结构破损</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2. 完全失去操纵、无法维持飞行姿态</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3. 劫机、炸弹威胁、机组大面积失能</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4. 水上迫降、场外迫降、燃油耗尽即将停车</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5. 机上人员危重医疗险情，不立刻落地会死亡</a:t>
            </a:r>
          </a:p>
          <a:p xmlns:a="http://schemas.openxmlformats.org/drawingml/2006/main">
            <a:pPr>
              <a:lnSpc>
                <a:spcPct val="125000"/>
              </a:lnSpc>
              <a:buNone/>
              <a:defRPr lang="zh-CN" altLang="en-US" sz="1350">
                <a:solidFill>
                  <a:srgbClr val="172B4D"/>
                </a:solidFill>
              </a:defRPr>
            </a:pPr>
            <a:r>
              <a:rPr lang="zh-CN" altLang="en-US" sz="1350">
                <a:solidFill>
                  <a:srgbClr val="172B4D"/>
                </a:solidFill>
              </a:rPr>
              <a:t>6. 严重相撞风险、客舱快速释压且无法控制</a:t>
            </a:r>
          </a:p>
        </p:txBody>
      </p:sp>
    </p:spTree>
    <p:extLst>
      <p:ext uri="{BB962C8B-B14F-4D97-AF65-F5344CB8AC3E}">
        <p14:creationId xmlns:p14="http://schemas.microsoft.com/office/powerpoint/2010/main" val="623059448"/>
      </p:ext>
    </p:extLst>
  </p:cSld>
</p:sld>
</file>

<file path=ppt/slides/slide32.xml><?xml version="1.0" encoding="utf-8"?>
<p:sld xmlns:p="http://schemas.openxmlformats.org/presentationml/2006/main">
  <p:cSld>
    <p:bg>
      <p:bgPr>
        <a:solidFill xmlns:a="http://schemas.openxmlformats.org/drawingml/2006/main">
          <a:srgbClr val="14315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4101E9-CB42-460A-A9BB-F9FA84B3DA35}"/>
              </a:ext>
            </a:extLst>
          </p:cNvPr>
          <p:cNvSpPr>
            <a:spLocks xmlns:a="http://schemas.openxmlformats.org/drawingml/2006/main" noGrp="1"/>
          </p:cNvSpPr>
          <p:nvPr/>
        </p:nvSpPr>
        <p:spPr>
          <a:xfrm xmlns:a="http://schemas.openxmlformats.org/drawingml/2006/main">
            <a:off x="7448550" y="361950"/>
            <a:ext cx="4000500" cy="4000500"/>
          </a:xfrm>
          <a:prstGeom xmlns:a="http://schemas.openxmlformats.org/drawingml/2006/main" prst="ellipse">
            <a:avLst/>
          </a:prstGeom>
          <a:solidFill xmlns:a="http://schemas.openxmlformats.org/drawingml/2006/main">
            <a:srgbClr val="1D4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2C0ABE-4F7E-43B2-B78B-ACEFA5497281}"/>
              </a:ext>
            </a:extLst>
          </p:cNvPr>
          <p:cNvSpPr>
            <a:spLocks xmlns:a="http://schemas.openxmlformats.org/drawingml/2006/main" noGrp="1"/>
          </p:cNvSpPr>
          <p:nvPr/>
        </p:nvSpPr>
        <p:spPr>
          <a:xfrm xmlns:a="http://schemas.openxmlformats.org/drawingml/2006/main">
            <a:off x="8896350" y="1028700"/>
            <a:ext cx="1866900" cy="1866900"/>
          </a:xfrm>
          <a:prstGeom xmlns:a="http://schemas.openxmlformats.org/drawingml/2006/main" prst="ellipse">
            <a:avLst/>
          </a:prstGeom>
          <a:solidFill xmlns:a="http://schemas.openxmlformats.org/drawingml/2006/main">
            <a:srgbClr val="2B72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C3871A-B114-4B9B-9EE0-CE2D0A1600EB}"/>
              </a:ext>
            </a:extLst>
          </p:cNvPr>
          <p:cNvSpPr>
            <a:spLocks xmlns:a="http://schemas.openxmlformats.org/drawingml/2006/main" noGrp="1"/>
          </p:cNvSpPr>
          <p:nvPr/>
        </p:nvSpPr>
        <p:spPr>
          <a:xfrm xmlns:a="http://schemas.openxmlformats.org/drawingml/2006/main">
            <a:off x="838200" y="1009650"/>
            <a:ext cx="114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650" b="1">
                <a:solidFill>
                  <a:srgbClr val="A8CDFF"/>
                </a:solidFill>
              </a:defRPr>
            </a:pPr>
            <a:r>
              <a:rPr lang="zh-CN" altLang="en-US" sz="1650" b="1">
                <a:solidFill>
                  <a:srgbClr val="A8CDFF"/>
                </a:solidFill>
              </a:rPr>
              <a:t>08</a:t>
            </a:r>
          </a:p>
        </p:txBody>
      </p:sp>
      <p:sp>
        <p:nvSpPr>
          <p:cNvPr id="4" name="">
            <a:extLst xmlns:a="http://schemas.openxmlformats.org/drawingml/2006/main">
              <a:ext uri="{FF2B5EF4-FFF2-40B4-BE49-F238E27FC236}">
                <a16:creationId xmlns:a16="http://schemas.microsoft.com/office/drawing/2014/main" id="{7409204D-CF54-45A5-B4B2-5ABCC2222E04}"/>
              </a:ext>
            </a:extLst>
          </p:cNvPr>
          <p:cNvSpPr>
            <a:spLocks xmlns:a="http://schemas.openxmlformats.org/drawingml/2006/main" noGrp="1"/>
          </p:cNvSpPr>
          <p:nvPr/>
        </p:nvSpPr>
        <p:spPr>
          <a:xfrm xmlns:a="http://schemas.openxmlformats.org/drawingml/2006/main">
            <a:off x="838200" y="1676400"/>
            <a:ext cx="7810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3900" b="1">
                <a:solidFill>
                  <a:srgbClr val="FFFFFF"/>
                </a:solidFill>
              </a:defRPr>
            </a:pPr>
            <a:r>
              <a:rPr lang="zh-CN" altLang="en-US" sz="3900" b="1">
                <a:solidFill>
                  <a:srgbClr val="FFFFFF"/>
                </a:solidFill>
              </a:rPr>
              <a:t>8、转达别人的紧急情况</a:t>
            </a:r>
          </a:p>
        </p:txBody>
      </p:sp>
      <p:sp>
        <p:nvSpPr>
          <p:cNvPr id="5" name="">
            <a:extLst xmlns:a="http://schemas.openxmlformats.org/drawingml/2006/main">
              <a:ext uri="{FF2B5EF4-FFF2-40B4-BE49-F238E27FC236}">
                <a16:creationId xmlns:a16="http://schemas.microsoft.com/office/drawing/2014/main" id="{37D4E96C-79BE-4EC2-A0F7-7B41E434D205}"/>
              </a:ext>
            </a:extLst>
          </p:cNvPr>
          <p:cNvSpPr>
            <a:spLocks xmlns:a="http://schemas.openxmlformats.org/drawingml/2006/main" noGrp="1"/>
          </p:cNvSpPr>
          <p:nvPr/>
        </p:nvSpPr>
        <p:spPr>
          <a:xfrm xmlns:a="http://schemas.openxmlformats.org/drawingml/2006/main">
            <a:off x="857250" y="2952750"/>
            <a:ext cx="457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275">
                <a:solidFill>
                  <a:srgbClr val="C7DBF4"/>
                </a:solidFill>
              </a:defRPr>
            </a:pPr>
            <a:r>
              <a:rPr lang="zh-CN" altLang="en-US" sz="1275">
                <a:solidFill>
                  <a:srgbClr val="C7DBF4"/>
                </a:solidFill>
              </a:rPr>
              <a:t>飞猪 ICAO · 陆空通话</a:t>
            </a:r>
          </a:p>
        </p:txBody>
      </p:sp>
      <p:sp>
        <p:nvSpPr>
          <p:cNvPr id="6" name="">
            <a:extLst xmlns:a="http://schemas.openxmlformats.org/drawingml/2006/main">
              <a:ext uri="{FF2B5EF4-FFF2-40B4-BE49-F238E27FC236}">
                <a16:creationId xmlns:a16="http://schemas.microsoft.com/office/drawing/2014/main" id="{EF191C11-0590-40B7-966C-4D8BED884C0F}"/>
              </a:ext>
            </a:extLst>
          </p:cNvPr>
          <p:cNvSpPr>
            <a:spLocks xmlns:a="http://schemas.openxmlformats.org/drawingml/2006/main" noGrp="1"/>
          </p:cNvSpPr>
          <p:nvPr/>
        </p:nvSpPr>
        <p:spPr>
          <a:xfrm xmlns:a="http://schemas.openxmlformats.org/drawingml/2006/main">
            <a:off x="857250" y="3924300"/>
            <a:ext cx="4095750" cy="3810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7" name="">
            <a:extLst xmlns:a="http://schemas.openxmlformats.org/drawingml/2006/main">
              <a:ext uri="{FF2B5EF4-FFF2-40B4-BE49-F238E27FC236}">
                <a16:creationId xmlns:a16="http://schemas.microsoft.com/office/drawing/2014/main" id="{B54739C1-0B14-438C-9A20-429AAB6BEDC4}"/>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8FB5E6"/>
                </a:solidFill>
              </a:defRPr>
            </a:pPr>
            <a:r>
              <a:rPr lang="zh-CN" altLang="en-US" sz="825" b="1">
                <a:solidFill>
                  <a:srgbClr val="8FB5E6"/>
                </a:solidFill>
              </a:rPr>
              <a:t>飞猪 ICAO</a:t>
            </a:r>
          </a:p>
        </p:txBody>
      </p:sp>
    </p:spTree>
    <p:extLst>
      <p:ext uri="{BB962C8B-B14F-4D97-AF65-F5344CB8AC3E}">
        <p14:creationId xmlns:p14="http://schemas.microsoft.com/office/powerpoint/2010/main" val="1616081244"/>
      </p:ext>
    </p:extLst>
  </p:cSld>
</p:sld>
</file>

<file path=ppt/slides/slide33.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B803A7B-205C-40BD-BE48-136B56F6D8AE}"/>
              </a:ext>
            </a:extLst>
          </p:cNvPr>
          <p:cNvSpPr>
            <a:spLocks xmlns:a="http://schemas.openxmlformats.org/drawingml/2006/main" noGrp="1"/>
          </p:cNvSpPr>
          <p:nvPr/>
        </p:nvSpPr>
        <p:spPr>
          <a:xfrm xmlns:a="http://schemas.openxmlformats.org/drawingml/2006/main">
            <a:off x="9525000" y="266700"/>
            <a:ext cx="2133600" cy="2133600"/>
          </a:xfrm>
          <a:prstGeom xmlns:a="http://schemas.openxmlformats.org/drawingml/2006/main" prst="ellipse">
            <a:avLst/>
          </a:prstGeom>
          <a:solidFill xmlns:a="http://schemas.openxmlformats.org/drawingml/2006/main">
            <a:srgbClr val="EAF3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CB61F8-EF35-4DD8-BB2D-BF5BC022C5FE}"/>
              </a:ext>
            </a:extLst>
          </p:cNvPr>
          <p:cNvSpPr>
            <a:spLocks xmlns:a="http://schemas.openxmlformats.org/drawingml/2006/main" noGrp="1"/>
          </p:cNvSpPr>
          <p:nvPr/>
        </p:nvSpPr>
        <p:spPr>
          <a:xfrm xmlns:a="http://schemas.openxmlformats.org/drawingml/2006/main">
            <a:off x="10039350" y="609600"/>
            <a:ext cx="1200150" cy="1200150"/>
          </a:xfrm>
          <a:prstGeom xmlns:a="http://schemas.openxmlformats.org/drawingml/2006/main" prst="ellipse">
            <a:avLst/>
          </a:prstGeom>
          <a:solidFill xmlns:a="http://schemas.openxmlformats.org/drawingml/2006/main">
            <a:srgbClr val="DCEB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9E1C27-FF85-4466-B856-B441170B8438}"/>
              </a:ext>
            </a:extLst>
          </p:cNvPr>
          <p:cNvSpPr>
            <a:spLocks xmlns:a="http://schemas.openxmlformats.org/drawingml/2006/main" noGrp="1"/>
          </p:cNvSpPr>
          <p:nvPr/>
        </p:nvSpPr>
        <p:spPr>
          <a:xfrm xmlns:a="http://schemas.openxmlformats.org/drawingml/2006/main">
            <a:off x="533400" y="361950"/>
            <a:ext cx="171450" cy="171450"/>
          </a:xfrm>
          <a:prstGeom xmlns:a="http://schemas.openxmlformats.org/drawingml/2006/main" prst="ellipse">
            <a:avLst/>
          </a:prstGeom>
          <a:solidFill xmlns:a="http://schemas.openxmlformats.org/drawingml/2006/main">
            <a:srgbClr val="1F6F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872F3F-2D66-43BE-985D-6C5B8F8046F0}"/>
              </a:ext>
            </a:extLst>
          </p:cNvPr>
          <p:cNvSpPr>
            <a:spLocks xmlns:a="http://schemas.openxmlformats.org/drawingml/2006/main" noGrp="1"/>
          </p:cNvSpPr>
          <p:nvPr/>
        </p:nvSpPr>
        <p:spPr>
          <a:xfrm xmlns:a="http://schemas.openxmlformats.org/drawingml/2006/main">
            <a:off x="819150" y="3619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75" b="1">
                <a:solidFill>
                  <a:srgbClr val="1F6FEB"/>
                </a:solidFill>
              </a:defRPr>
            </a:pPr>
            <a:r>
              <a:rPr lang="zh-CN" altLang="en-US" sz="975" b="1">
                <a:solidFill>
                  <a:srgbClr val="1F6FEB"/>
                </a:solidFill>
              </a:rPr>
              <a:t>转达紧急情况</a:t>
            </a:r>
          </a:p>
        </p:txBody>
      </p:sp>
      <p:sp>
        <p:nvSpPr>
          <p:cNvPr id="5" name="">
            <a:extLst xmlns:a="http://schemas.openxmlformats.org/drawingml/2006/main">
              <a:ext uri="{FF2B5EF4-FFF2-40B4-BE49-F238E27FC236}">
                <a16:creationId xmlns:a16="http://schemas.microsoft.com/office/drawing/2014/main" id="{4C373F8F-A0B2-426E-9154-8F3D92DB6ED3}"/>
              </a:ext>
            </a:extLst>
          </p:cNvPr>
          <p:cNvSpPr>
            <a:spLocks xmlns:a="http://schemas.openxmlformats.org/drawingml/2006/main" noGrp="1"/>
          </p:cNvSpPr>
          <p:nvPr/>
        </p:nvSpPr>
        <p:spPr>
          <a:xfrm xmlns:a="http://schemas.openxmlformats.org/drawingml/2006/main">
            <a:off x="10896600" y="38100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975" b="1">
                <a:solidFill>
                  <a:srgbClr val="5B6B82"/>
                </a:solidFill>
              </a:defRPr>
            </a:pPr>
            <a:r>
              <a:rPr lang="zh-CN" altLang="en-US" sz="975" b="1">
                <a:solidFill>
                  <a:srgbClr val="5B6B82"/>
                </a:solidFill>
              </a:rPr>
              <a:t>33</a:t>
            </a:r>
          </a:p>
        </p:txBody>
      </p:sp>
      <p:sp>
        <p:nvSpPr>
          <p:cNvPr id="6" name="">
            <a:extLst xmlns:a="http://schemas.openxmlformats.org/drawingml/2006/main">
              <a:ext uri="{FF2B5EF4-FFF2-40B4-BE49-F238E27FC236}">
                <a16:creationId xmlns:a16="http://schemas.microsoft.com/office/drawing/2014/main" id="{56E3F72B-1383-4471-9844-06B2EB13A0F4}"/>
              </a:ext>
            </a:extLst>
          </p:cNvPr>
          <p:cNvSpPr>
            <a:spLocks xmlns:a="http://schemas.openxmlformats.org/drawingml/2006/main" noGrp="1"/>
          </p:cNvSpPr>
          <p:nvPr/>
        </p:nvSpPr>
        <p:spPr>
          <a:xfrm xmlns:a="http://schemas.openxmlformats.org/drawingml/2006/main">
            <a:off x="533400" y="723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7EEA00-AE27-4159-BDEF-A5197C092151}"/>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6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1E279D-B2D2-4F10-8091-E09207301F65}"/>
              </a:ext>
            </a:extLst>
          </p:cNvPr>
          <p:cNvSpPr>
            <a:spLocks xmlns:a="http://schemas.openxmlformats.org/drawingml/2006/main" noGrp="1"/>
          </p:cNvSpPr>
          <p:nvPr/>
        </p:nvSpPr>
        <p:spPr>
          <a:xfrm xmlns:a="http://schemas.openxmlformats.org/drawingml/2006/main">
            <a:off x="10363200" y="656272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lang="zh-CN" altLang="en-US" sz="825" b="1">
                <a:solidFill>
                  <a:srgbClr val="D3E2F3"/>
                </a:solidFill>
              </a:defRPr>
            </a:pPr>
            <a:r>
              <a:rPr lang="zh-CN" altLang="en-US" sz="825" b="1">
                <a:solidFill>
                  <a:srgbClr val="D3E2F3"/>
                </a:solidFill>
              </a:rPr>
              <a:t>飞猪 ICAO</a:t>
            </a:r>
          </a:p>
        </p:txBody>
      </p:sp>
      <p:sp>
        <p:nvSpPr>
          <p:cNvPr id="9" name="">
            <a:extLst xmlns:a="http://schemas.openxmlformats.org/drawingml/2006/main">
              <a:ext uri="{FF2B5EF4-FFF2-40B4-BE49-F238E27FC236}">
                <a16:creationId xmlns:a16="http://schemas.microsoft.com/office/drawing/2014/main" id="{2D8918A6-B1F8-4F47-9D5E-25004A4A7B5E}"/>
              </a:ext>
            </a:extLst>
          </p:cNvPr>
          <p:cNvSpPr>
            <a:spLocks xmlns:a="http://schemas.openxmlformats.org/drawingml/2006/main" noGrp="1"/>
          </p:cNvSpPr>
          <p:nvPr/>
        </p:nvSpPr>
        <p:spPr>
          <a:xfrm xmlns:a="http://schemas.openxmlformats.org/drawingml/2006/main">
            <a:off x="838200" y="104775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900" b="1">
                <a:solidFill>
                  <a:srgbClr val="1F6FEB"/>
                </a:solidFill>
              </a:defRPr>
            </a:pPr>
            <a:r>
              <a:rPr lang="zh-CN" altLang="en-US" sz="900" b="1">
                <a:solidFill>
                  <a:srgbClr val="1F6FEB"/>
                </a:solidFill>
              </a:rPr>
              <a:t>转达紧急情况</a:t>
            </a:r>
          </a:p>
        </p:txBody>
      </p:sp>
      <p:sp>
        <p:nvSpPr>
          <p:cNvPr id="10" name="">
            <a:extLst xmlns:a="http://schemas.openxmlformats.org/drawingml/2006/main">
              <a:ext uri="{FF2B5EF4-FFF2-40B4-BE49-F238E27FC236}">
                <a16:creationId xmlns:a16="http://schemas.microsoft.com/office/drawing/2014/main" id="{DFBFA7CB-5AB7-424F-8403-E62624ABBFA6}"/>
              </a:ext>
            </a:extLst>
          </p:cNvPr>
          <p:cNvSpPr>
            <a:spLocks xmlns:a="http://schemas.openxmlformats.org/drawingml/2006/main" noGrp="1"/>
          </p:cNvSpPr>
          <p:nvPr/>
        </p:nvSpPr>
        <p:spPr>
          <a:xfrm xmlns:a="http://schemas.openxmlformats.org/drawingml/2006/main">
            <a:off x="838200" y="1352550"/>
            <a:ext cx="990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2550" b="1">
                <a:solidFill>
                  <a:srgbClr val="14315B"/>
                </a:solidFill>
              </a:defRPr>
            </a:pPr>
            <a:r>
              <a:rPr lang="zh-CN" altLang="en-US" sz="2550" b="1">
                <a:solidFill>
                  <a:srgbClr val="14315B"/>
                </a:solidFill>
              </a:rPr>
              <a:t>转达别人的紧急情况</a:t>
            </a:r>
          </a:p>
        </p:txBody>
      </p:sp>
      <p:sp>
        <p:nvSpPr>
          <p:cNvPr id="11" name="">
            <a:extLst xmlns:a="http://schemas.openxmlformats.org/drawingml/2006/main">
              <a:ext uri="{FF2B5EF4-FFF2-40B4-BE49-F238E27FC236}">
                <a16:creationId xmlns:a16="http://schemas.microsoft.com/office/drawing/2014/main" id="{797D1A2F-4BD2-458B-B23D-5D6D42BB6579}"/>
              </a:ext>
            </a:extLst>
          </p:cNvPr>
          <p:cNvSpPr>
            <a:spLocks xmlns:a="http://schemas.openxmlformats.org/drawingml/2006/main" noGrp="1"/>
          </p:cNvSpPr>
          <p:nvPr/>
        </p:nvSpPr>
        <p:spPr>
          <a:xfrm xmlns:a="http://schemas.openxmlformats.org/drawingml/2006/main">
            <a:off x="838200" y="2085975"/>
            <a:ext cx="514350" cy="38100"/>
          </a:xfrm>
          <a:prstGeom xmlns:a="http://schemas.openxmlformats.org/drawingml/2006/main" prst="rect">
            <a:avLst/>
          </a:prstGeom>
          <a:solidFill xmlns:a="http://schemas.openxmlformats.org/drawingml/2006/main">
            <a:srgbClr val="1F6F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F4AE924-43BD-4943-A046-ECF0F2AE5333}"/>
              </a:ext>
            </a:extLst>
          </p:cNvPr>
          <p:cNvSpPr>
            <a:spLocks xmlns:a="http://schemas.openxmlformats.org/drawingml/2006/main" noGrp="1"/>
          </p:cNvSpPr>
          <p:nvPr/>
        </p:nvSpPr>
        <p:spPr>
          <a:xfrm xmlns:a="http://schemas.openxmlformats.org/drawingml/2006/main">
            <a:off x="838200" y="2419350"/>
            <a:ext cx="105156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70E50037-97E5-4B2D-96D3-FE5314DD8C69}"/>
              </a:ext>
            </a:extLst>
          </p:cNvPr>
          <p:cNvSpPr>
            <a:spLocks xmlns:a="http://schemas.openxmlformats.org/drawingml/2006/main" noGrp="1"/>
          </p:cNvSpPr>
          <p:nvPr/>
        </p:nvSpPr>
        <p:spPr>
          <a:xfrm xmlns:a="http://schemas.openxmlformats.org/drawingml/2006/main">
            <a:off x="1085850" y="2667000"/>
            <a:ext cx="47625" cy="666750"/>
          </a:xfrm>
          <a:prstGeom xmlns:a="http://schemas.openxmlformats.org/drawingml/2006/main" prst="roundRect">
            <a:avLst>
              <a:gd name="adj" fmla="val 50000"/>
            </a:avLst>
          </a:prstGeom>
          <a:solidFill xmlns:a="http://schemas.openxmlformats.org/drawingml/2006/main">
            <a:srgbClr val="1F6FEB"/>
          </a:solidFill>
          <a:ln xmlns:a="http://schemas.openxmlformats.org/drawingml/2006/main" w="0">
            <a:solidFill>
              <a:srgbClr val="1F6FEB"/>
            </a:solidFill>
            <a:prstDash val="solid"/>
          </a:ln>
        </p:spPr>
      </p:sp>
      <p:sp>
        <p:nvSpPr>
          <p:cNvPr id="14" name="">
            <a:extLst xmlns:a="http://schemas.openxmlformats.org/drawingml/2006/main">
              <a:ext uri="{FF2B5EF4-FFF2-40B4-BE49-F238E27FC236}">
                <a16:creationId xmlns:a16="http://schemas.microsoft.com/office/drawing/2014/main" id="{6FD296AF-BC26-40F2-9434-D480E673C6DF}"/>
              </a:ext>
            </a:extLst>
          </p:cNvPr>
          <p:cNvSpPr>
            <a:spLocks xmlns:a="http://schemas.openxmlformats.org/drawingml/2006/main" noGrp="1"/>
          </p:cNvSpPr>
          <p:nvPr/>
        </p:nvSpPr>
        <p:spPr>
          <a:xfrm xmlns:a="http://schemas.openxmlformats.org/drawingml/2006/main">
            <a:off x="1390650" y="2743200"/>
            <a:ext cx="9620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5000"/>
              </a:lnSpc>
              <a:buNone/>
              <a:defRPr lang="zh-CN" altLang="en-US" sz="1575">
                <a:solidFill>
                  <a:srgbClr val="172B4D"/>
                </a:solidFill>
              </a:defRPr>
            </a:pPr>
            <a:r>
              <a:rPr lang="zh-CN" altLang="en-US" sz="1575">
                <a:solidFill>
                  <a:srgbClr val="172B4D"/>
                </a:solidFill>
              </a:rPr>
              <a:t>当需要讲别人的紧急情况转达给 ATC 时，也需要以 PANPAN 或 MAYDAY 开头。</a:t>
            </a:r>
          </a:p>
        </p:txBody>
      </p:sp>
      <p:sp>
        <p:nvSpPr>
          <p:cNvPr id="15" name="">
            <a:extLst xmlns:a="http://schemas.openxmlformats.org/drawingml/2006/main">
              <a:ext uri="{FF2B5EF4-FFF2-40B4-BE49-F238E27FC236}">
                <a16:creationId xmlns:a16="http://schemas.microsoft.com/office/drawing/2014/main" id="{DAA567DC-B9DE-486D-8B10-383D07150821}"/>
              </a:ext>
            </a:extLst>
          </p:cNvPr>
          <p:cNvSpPr>
            <a:spLocks xmlns:a="http://schemas.openxmlformats.org/drawingml/2006/main" noGrp="1"/>
          </p:cNvSpPr>
          <p:nvPr/>
        </p:nvSpPr>
        <p:spPr>
          <a:xfrm xmlns:a="http://schemas.openxmlformats.org/drawingml/2006/main">
            <a:off x="838200" y="3924300"/>
            <a:ext cx="105156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9E6F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30FD579-8622-4952-B160-F5AAC16CCC4E}"/>
              </a:ext>
            </a:extLst>
          </p:cNvPr>
          <p:cNvSpPr>
            <a:spLocks xmlns:a="http://schemas.openxmlformats.org/drawingml/2006/main" noGrp="1"/>
          </p:cNvSpPr>
          <p:nvPr/>
        </p:nvSpPr>
        <p:spPr>
          <a:xfrm xmlns:a="http://schemas.openxmlformats.org/drawingml/2006/main">
            <a:off x="1200150" y="4286250"/>
            <a:ext cx="962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lang="zh-CN" altLang="en-US" sz="1500" b="1">
                <a:solidFill>
                  <a:srgbClr val="14315B"/>
                </a:solidFill>
              </a:defRPr>
            </a:pPr>
            <a:r>
              <a:rPr lang="zh-CN" altLang="en-US" sz="1500" b="1">
                <a:solidFill>
                  <a:srgbClr val="14315B"/>
                </a:solidFill>
              </a:rPr>
              <a:t>格式：PANPANPAN / MAYDAY MAYDAY MAYDAY， 对方呼号 + 己方呼号 + 说明情况（做题原则）</a:t>
            </a:r>
          </a:p>
        </p:txBody>
      </p:sp>
      <p:sp>
        <p:nvSpPr>
          <p:cNvPr id="17" name="">
            <a:extLst xmlns:a="http://schemas.openxmlformats.org/drawingml/2006/main">
              <a:ext uri="{FF2B5EF4-FFF2-40B4-BE49-F238E27FC236}">
                <a16:creationId xmlns:a16="http://schemas.microsoft.com/office/drawing/2014/main" id="{1B47DDB7-32BB-4307-9F75-77ECC9C74A40}"/>
              </a:ext>
            </a:extLst>
          </p:cNvPr>
          <p:cNvSpPr>
            <a:spLocks xmlns:a="http://schemas.openxmlformats.org/drawingml/2006/main" noGrp="1"/>
          </p:cNvSpPr>
          <p:nvPr/>
        </p:nvSpPr>
        <p:spPr>
          <a:xfrm xmlns:a="http://schemas.openxmlformats.org/drawingml/2006/main">
            <a:off x="838200" y="5353050"/>
            <a:ext cx="17716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56EB85-7E0B-4A9D-8A81-5DE476398E37}"/>
              </a:ext>
            </a:extLst>
          </p:cNvPr>
          <p:cNvSpPr>
            <a:spLocks xmlns:a="http://schemas.openxmlformats.org/drawingml/2006/main" noGrp="1"/>
          </p:cNvSpPr>
          <p:nvPr/>
        </p:nvSpPr>
        <p:spPr>
          <a:xfrm xmlns:a="http://schemas.openxmlformats.org/drawingml/2006/main">
            <a:off x="838200" y="5429250"/>
            <a:ext cx="1771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例：JAL220-1</a:t>
            </a:r>
          </a:p>
        </p:txBody>
      </p:sp>
      <p:sp>
        <p:nvSpPr>
          <p:cNvPr id="19" name="">
            <a:extLst xmlns:a="http://schemas.openxmlformats.org/drawingml/2006/main">
              <a:ext uri="{FF2B5EF4-FFF2-40B4-BE49-F238E27FC236}">
                <a16:creationId xmlns:a16="http://schemas.microsoft.com/office/drawing/2014/main" id="{F84B885E-E220-423D-A490-299C3CADED60}"/>
              </a:ext>
            </a:extLst>
          </p:cNvPr>
          <p:cNvSpPr>
            <a:spLocks xmlns:a="http://schemas.openxmlformats.org/drawingml/2006/main" noGrp="1"/>
          </p:cNvSpPr>
          <p:nvPr/>
        </p:nvSpPr>
        <p:spPr>
          <a:xfrm xmlns:a="http://schemas.openxmlformats.org/drawingml/2006/main">
            <a:off x="2819400" y="5353050"/>
            <a:ext cx="1771650" cy="361950"/>
          </a:xfrm>
          <a:prstGeom xmlns:a="http://schemas.openxmlformats.org/drawingml/2006/main" prst="roundRect">
            <a:avLst>
              <a:gd name="adj" fmla="val 50000"/>
            </a:avLst>
          </a:prstGeom>
          <a:solidFill xmlns:a="http://schemas.openxmlformats.org/drawingml/2006/main">
            <a:srgbClr val="EAF3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52FFEEF-66EA-4B9E-91A2-CDDE989E89B8}"/>
              </a:ext>
            </a:extLst>
          </p:cNvPr>
          <p:cNvSpPr>
            <a:spLocks xmlns:a="http://schemas.openxmlformats.org/drawingml/2006/main" noGrp="1"/>
          </p:cNvSpPr>
          <p:nvPr/>
        </p:nvSpPr>
        <p:spPr>
          <a:xfrm xmlns:a="http://schemas.openxmlformats.org/drawingml/2006/main">
            <a:off x="2819400" y="5429250"/>
            <a:ext cx="1771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defRPr lang="zh-CN" altLang="en-US" sz="1125" b="1">
                <a:solidFill>
                  <a:srgbClr val="1F6FEB"/>
                </a:solidFill>
              </a:defRPr>
            </a:pPr>
            <a:r>
              <a:rPr lang="zh-CN" altLang="en-US" sz="1125" b="1">
                <a:solidFill>
                  <a:srgbClr val="1F6FEB"/>
                </a:solidFill>
              </a:rPr>
              <a:t>例：UAL881-1</a:t>
            </a:r>
          </a:p>
        </p:txBody>
      </p:sp>
    </p:spTree>
    <p:extLst>
      <p:ext uri="{BB962C8B-B14F-4D97-AF65-F5344CB8AC3E}">
        <p14:creationId xmlns:p14="http://schemas.microsoft.com/office/powerpoint/2010/main" val="195511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宋体"/>
        <a:cs typeface="Calibri Light"/>
      </a:majorFont>
      <a:minorFont>
        <a:latin typeface="Calibri"/>
        <a:ea typeface="宋体"/>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2026-07-18T10:40:40.4530000Z</dcterms:created>
  <dcterms:modified xsi:type="dcterms:W3CDTF">2026-07-18T10:40:40.4530000Z</dcterms:modified>
</coreProperties>
</file>